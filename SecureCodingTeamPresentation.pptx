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0" r:id="rId1"/>
  </p:sldMasterIdLst>
  <p:notesMasterIdLst>
    <p:notesMasterId r:id="rId37"/>
  </p:notesMasterIdLst>
  <p:sldIdLst>
    <p:sldId id="296" r:id="rId2"/>
    <p:sldId id="297" r:id="rId3"/>
    <p:sldId id="257" r:id="rId4"/>
    <p:sldId id="258" r:id="rId5"/>
    <p:sldId id="294" r:id="rId6"/>
    <p:sldId id="295" r:id="rId7"/>
    <p:sldId id="259" r:id="rId8"/>
    <p:sldId id="265" r:id="rId9"/>
    <p:sldId id="261" r:id="rId10"/>
    <p:sldId id="262" r:id="rId11"/>
    <p:sldId id="263" r:id="rId12"/>
    <p:sldId id="266" r:id="rId13"/>
    <p:sldId id="264" r:id="rId14"/>
    <p:sldId id="267" r:id="rId15"/>
    <p:sldId id="285" r:id="rId16"/>
    <p:sldId id="269" r:id="rId17"/>
    <p:sldId id="270" r:id="rId18"/>
    <p:sldId id="271" r:id="rId19"/>
    <p:sldId id="279" r:id="rId20"/>
    <p:sldId id="280" r:id="rId21"/>
    <p:sldId id="281" r:id="rId22"/>
    <p:sldId id="274" r:id="rId23"/>
    <p:sldId id="278" r:id="rId24"/>
    <p:sldId id="282" r:id="rId25"/>
    <p:sldId id="283" r:id="rId26"/>
    <p:sldId id="284" r:id="rId27"/>
    <p:sldId id="272" r:id="rId28"/>
    <p:sldId id="273" r:id="rId29"/>
    <p:sldId id="275" r:id="rId30"/>
    <p:sldId id="276" r:id="rId31"/>
    <p:sldId id="289" r:id="rId32"/>
    <p:sldId id="292" r:id="rId33"/>
    <p:sldId id="298" r:id="rId34"/>
    <p:sldId id="256" r:id="rId35"/>
    <p:sldId id="299"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59A51B-470B-464A-A0E9-5EE1FF5BB0D8}" v="4" dt="2023-10-21T05:28:25.7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ashima Madaan" userId="78790ce023263166" providerId="LiveId" clId="{FA59A51B-470B-464A-A0E9-5EE1FF5BB0D8}"/>
    <pc:docChg chg="undo custSel mod modSld">
      <pc:chgData name="Aashima Madaan" userId="78790ce023263166" providerId="LiveId" clId="{FA59A51B-470B-464A-A0E9-5EE1FF5BB0D8}" dt="2023-10-21T05:30:18.371" v="301"/>
      <pc:docMkLst>
        <pc:docMk/>
      </pc:docMkLst>
      <pc:sldChg chg="modSp">
        <pc:chgData name="Aashima Madaan" userId="78790ce023263166" providerId="LiveId" clId="{FA59A51B-470B-464A-A0E9-5EE1FF5BB0D8}" dt="2023-10-21T05:27:57.179" v="294"/>
        <pc:sldMkLst>
          <pc:docMk/>
          <pc:sldMk cId="2741880443" sldId="256"/>
        </pc:sldMkLst>
        <pc:spChg chg="mod">
          <ac:chgData name="Aashima Madaan" userId="78790ce023263166" providerId="LiveId" clId="{FA59A51B-470B-464A-A0E9-5EE1FF5BB0D8}" dt="2023-10-21T05:27:57.179" v="294"/>
          <ac:spMkLst>
            <pc:docMk/>
            <pc:sldMk cId="2741880443" sldId="256"/>
            <ac:spMk id="5" creationId="{F6333B24-C08D-D17B-D6E3-7E21246A1983}"/>
          </ac:spMkLst>
        </pc:spChg>
      </pc:sldChg>
      <pc:sldChg chg="modSp">
        <pc:chgData name="Aashima Madaan" userId="78790ce023263166" providerId="LiveId" clId="{FA59A51B-470B-464A-A0E9-5EE1FF5BB0D8}" dt="2023-10-21T05:27:57.179" v="294"/>
        <pc:sldMkLst>
          <pc:docMk/>
          <pc:sldMk cId="1375992308" sldId="257"/>
        </pc:sldMkLst>
        <pc:spChg chg="mod">
          <ac:chgData name="Aashima Madaan" userId="78790ce023263166" providerId="LiveId" clId="{FA59A51B-470B-464A-A0E9-5EE1FF5BB0D8}" dt="2023-10-21T05:27:57.179" v="294"/>
          <ac:spMkLst>
            <pc:docMk/>
            <pc:sldMk cId="1375992308" sldId="257"/>
            <ac:spMk id="2" creationId="{9904F73D-7973-5E9B-96CD-BCE6A7DE35C9}"/>
          </ac:spMkLst>
        </pc:spChg>
      </pc:sldChg>
      <pc:sldChg chg="modSp">
        <pc:chgData name="Aashima Madaan" userId="78790ce023263166" providerId="LiveId" clId="{FA59A51B-470B-464A-A0E9-5EE1FF5BB0D8}" dt="2023-10-21T05:27:57.179" v="294"/>
        <pc:sldMkLst>
          <pc:docMk/>
          <pc:sldMk cId="567706939" sldId="258"/>
        </pc:sldMkLst>
        <pc:spChg chg="mod">
          <ac:chgData name="Aashima Madaan" userId="78790ce023263166" providerId="LiveId" clId="{FA59A51B-470B-464A-A0E9-5EE1FF5BB0D8}" dt="2023-10-21T05:27:57.179" v="294"/>
          <ac:spMkLst>
            <pc:docMk/>
            <pc:sldMk cId="567706939" sldId="258"/>
            <ac:spMk id="2" creationId="{F83BCCA5-6C8A-725A-22E9-A79D45EBA80E}"/>
          </ac:spMkLst>
        </pc:spChg>
        <pc:spChg chg="mod">
          <ac:chgData name="Aashima Madaan" userId="78790ce023263166" providerId="LiveId" clId="{FA59A51B-470B-464A-A0E9-5EE1FF5BB0D8}" dt="2023-10-21T05:27:57.179" v="294"/>
          <ac:spMkLst>
            <pc:docMk/>
            <pc:sldMk cId="567706939" sldId="258"/>
            <ac:spMk id="3" creationId="{A60FAC81-B729-DCF3-FA34-6446083DDF60}"/>
          </ac:spMkLst>
        </pc:spChg>
      </pc:sldChg>
      <pc:sldChg chg="delSp modSp mod modClrScheme chgLayout">
        <pc:chgData name="Aashima Madaan" userId="78790ce023263166" providerId="LiveId" clId="{FA59A51B-470B-464A-A0E9-5EE1FF5BB0D8}" dt="2023-10-21T05:27:57.179" v="294"/>
        <pc:sldMkLst>
          <pc:docMk/>
          <pc:sldMk cId="2559465960" sldId="261"/>
        </pc:sldMkLst>
        <pc:spChg chg="mod ord">
          <ac:chgData name="Aashima Madaan" userId="78790ce023263166" providerId="LiveId" clId="{FA59A51B-470B-464A-A0E9-5EE1FF5BB0D8}" dt="2023-10-21T05:27:57.179" v="294"/>
          <ac:spMkLst>
            <pc:docMk/>
            <pc:sldMk cId="2559465960" sldId="261"/>
            <ac:spMk id="2" creationId="{2EC069EC-E1AC-5DF4-ABB8-01DC67796630}"/>
          </ac:spMkLst>
        </pc:spChg>
        <pc:spChg chg="del">
          <ac:chgData name="Aashima Madaan" userId="78790ce023263166" providerId="LiveId" clId="{FA59A51B-470B-464A-A0E9-5EE1FF5BB0D8}" dt="2023-10-21T05:21:50.064" v="16" actId="700"/>
          <ac:spMkLst>
            <pc:docMk/>
            <pc:sldMk cId="2559465960" sldId="261"/>
            <ac:spMk id="3" creationId="{5D5E2187-9233-C3F1-699E-227D808251AD}"/>
          </ac:spMkLst>
        </pc:spChg>
      </pc:sldChg>
      <pc:sldChg chg="modSp">
        <pc:chgData name="Aashima Madaan" userId="78790ce023263166" providerId="LiveId" clId="{FA59A51B-470B-464A-A0E9-5EE1FF5BB0D8}" dt="2023-10-21T05:27:57.179" v="294"/>
        <pc:sldMkLst>
          <pc:docMk/>
          <pc:sldMk cId="387242239" sldId="263"/>
        </pc:sldMkLst>
        <pc:spChg chg="mod">
          <ac:chgData name="Aashima Madaan" userId="78790ce023263166" providerId="LiveId" clId="{FA59A51B-470B-464A-A0E9-5EE1FF5BB0D8}" dt="2023-10-21T05:27:57.179" v="294"/>
          <ac:spMkLst>
            <pc:docMk/>
            <pc:sldMk cId="387242239" sldId="263"/>
            <ac:spMk id="2" creationId="{AEE06F05-A065-1BC6-A673-18C3DDA94ED3}"/>
          </ac:spMkLst>
        </pc:spChg>
      </pc:sldChg>
      <pc:sldChg chg="modSp">
        <pc:chgData name="Aashima Madaan" userId="78790ce023263166" providerId="LiveId" clId="{FA59A51B-470B-464A-A0E9-5EE1FF5BB0D8}" dt="2023-10-21T05:27:57.179" v="294"/>
        <pc:sldMkLst>
          <pc:docMk/>
          <pc:sldMk cId="1453524837" sldId="265"/>
        </pc:sldMkLst>
        <pc:spChg chg="mod">
          <ac:chgData name="Aashima Madaan" userId="78790ce023263166" providerId="LiveId" clId="{FA59A51B-470B-464A-A0E9-5EE1FF5BB0D8}" dt="2023-10-21T05:27:57.179" v="294"/>
          <ac:spMkLst>
            <pc:docMk/>
            <pc:sldMk cId="1453524837" sldId="265"/>
            <ac:spMk id="2" creationId="{3D633599-767B-619E-8114-D12905E75FE3}"/>
          </ac:spMkLst>
        </pc:spChg>
        <pc:spChg chg="mod">
          <ac:chgData name="Aashima Madaan" userId="78790ce023263166" providerId="LiveId" clId="{FA59A51B-470B-464A-A0E9-5EE1FF5BB0D8}" dt="2023-10-21T05:27:57.179" v="294"/>
          <ac:spMkLst>
            <pc:docMk/>
            <pc:sldMk cId="1453524837" sldId="265"/>
            <ac:spMk id="3" creationId="{27227967-6644-11C2-A294-7505E56A18C3}"/>
          </ac:spMkLst>
        </pc:spChg>
      </pc:sldChg>
      <pc:sldChg chg="modSp">
        <pc:chgData name="Aashima Madaan" userId="78790ce023263166" providerId="LiveId" clId="{FA59A51B-470B-464A-A0E9-5EE1FF5BB0D8}" dt="2023-10-21T05:27:57.179" v="294"/>
        <pc:sldMkLst>
          <pc:docMk/>
          <pc:sldMk cId="4232167846" sldId="267"/>
        </pc:sldMkLst>
        <pc:spChg chg="mod">
          <ac:chgData name="Aashima Madaan" userId="78790ce023263166" providerId="LiveId" clId="{FA59A51B-470B-464A-A0E9-5EE1FF5BB0D8}" dt="2023-10-21T05:27:57.179" v="294"/>
          <ac:spMkLst>
            <pc:docMk/>
            <pc:sldMk cId="4232167846" sldId="267"/>
            <ac:spMk id="2" creationId="{CAF10C05-7084-E1E9-78A2-EF535F698965}"/>
          </ac:spMkLst>
        </pc:spChg>
        <pc:spChg chg="mod">
          <ac:chgData name="Aashima Madaan" userId="78790ce023263166" providerId="LiveId" clId="{FA59A51B-470B-464A-A0E9-5EE1FF5BB0D8}" dt="2023-10-21T05:27:57.179" v="294"/>
          <ac:spMkLst>
            <pc:docMk/>
            <pc:sldMk cId="4232167846" sldId="267"/>
            <ac:spMk id="3" creationId="{27A352AA-B072-47D4-C05A-599D5698F908}"/>
          </ac:spMkLst>
        </pc:spChg>
      </pc:sldChg>
      <pc:sldChg chg="modSp mod">
        <pc:chgData name="Aashima Madaan" userId="78790ce023263166" providerId="LiveId" clId="{FA59A51B-470B-464A-A0E9-5EE1FF5BB0D8}" dt="2023-10-21T05:28:44.020" v="299" actId="14100"/>
        <pc:sldMkLst>
          <pc:docMk/>
          <pc:sldMk cId="2922764009" sldId="269"/>
        </pc:sldMkLst>
        <pc:spChg chg="mod">
          <ac:chgData name="Aashima Madaan" userId="78790ce023263166" providerId="LiveId" clId="{FA59A51B-470B-464A-A0E9-5EE1FF5BB0D8}" dt="2023-10-21T05:27:57.179" v="294"/>
          <ac:spMkLst>
            <pc:docMk/>
            <pc:sldMk cId="2922764009" sldId="269"/>
            <ac:spMk id="2" creationId="{29158D33-083A-141F-5C0B-D045340B9FAB}"/>
          </ac:spMkLst>
        </pc:spChg>
        <pc:spChg chg="mod">
          <ac:chgData name="Aashima Madaan" userId="78790ce023263166" providerId="LiveId" clId="{FA59A51B-470B-464A-A0E9-5EE1FF5BB0D8}" dt="2023-10-21T05:27:57.179" v="294"/>
          <ac:spMkLst>
            <pc:docMk/>
            <pc:sldMk cId="2922764009" sldId="269"/>
            <ac:spMk id="3" creationId="{222FE880-77FA-9ED6-D131-C883B648B9FD}"/>
          </ac:spMkLst>
        </pc:spChg>
        <pc:picChg chg="mod">
          <ac:chgData name="Aashima Madaan" userId="78790ce023263166" providerId="LiveId" clId="{FA59A51B-470B-464A-A0E9-5EE1FF5BB0D8}" dt="2023-10-21T05:28:44.020" v="299" actId="14100"/>
          <ac:picMkLst>
            <pc:docMk/>
            <pc:sldMk cId="2922764009" sldId="269"/>
            <ac:picMk id="4" creationId="{B2F27305-43E8-2748-A579-C3DB8FDC13CF}"/>
          </ac:picMkLst>
        </pc:picChg>
      </pc:sldChg>
      <pc:sldChg chg="modSp">
        <pc:chgData name="Aashima Madaan" userId="78790ce023263166" providerId="LiveId" clId="{FA59A51B-470B-464A-A0E9-5EE1FF5BB0D8}" dt="2023-10-21T05:27:57.179" v="294"/>
        <pc:sldMkLst>
          <pc:docMk/>
          <pc:sldMk cId="1152057424" sldId="270"/>
        </pc:sldMkLst>
        <pc:spChg chg="mod">
          <ac:chgData name="Aashima Madaan" userId="78790ce023263166" providerId="LiveId" clId="{FA59A51B-470B-464A-A0E9-5EE1FF5BB0D8}" dt="2023-10-21T05:27:57.179" v="294"/>
          <ac:spMkLst>
            <pc:docMk/>
            <pc:sldMk cId="1152057424" sldId="270"/>
            <ac:spMk id="2" creationId="{58D6EDFC-999D-3E31-C351-A2843CCB2A39}"/>
          </ac:spMkLst>
        </pc:spChg>
      </pc:sldChg>
      <pc:sldChg chg="modSp">
        <pc:chgData name="Aashima Madaan" userId="78790ce023263166" providerId="LiveId" clId="{FA59A51B-470B-464A-A0E9-5EE1FF5BB0D8}" dt="2023-10-21T05:27:57.179" v="294"/>
        <pc:sldMkLst>
          <pc:docMk/>
          <pc:sldMk cId="3305574597" sldId="271"/>
        </pc:sldMkLst>
        <pc:spChg chg="mod">
          <ac:chgData name="Aashima Madaan" userId="78790ce023263166" providerId="LiveId" clId="{FA59A51B-470B-464A-A0E9-5EE1FF5BB0D8}" dt="2023-10-21T05:27:57.179" v="294"/>
          <ac:spMkLst>
            <pc:docMk/>
            <pc:sldMk cId="3305574597" sldId="271"/>
            <ac:spMk id="2" creationId="{C9CD6D5A-F2DC-3579-3C83-3211992A26A1}"/>
          </ac:spMkLst>
        </pc:spChg>
      </pc:sldChg>
      <pc:sldChg chg="modSp">
        <pc:chgData name="Aashima Madaan" userId="78790ce023263166" providerId="LiveId" clId="{FA59A51B-470B-464A-A0E9-5EE1FF5BB0D8}" dt="2023-10-21T05:27:57.179" v="294"/>
        <pc:sldMkLst>
          <pc:docMk/>
          <pc:sldMk cId="3431688138" sldId="272"/>
        </pc:sldMkLst>
        <pc:spChg chg="mod">
          <ac:chgData name="Aashima Madaan" userId="78790ce023263166" providerId="LiveId" clId="{FA59A51B-470B-464A-A0E9-5EE1FF5BB0D8}" dt="2023-10-21T05:27:57.179" v="294"/>
          <ac:spMkLst>
            <pc:docMk/>
            <pc:sldMk cId="3431688138" sldId="272"/>
            <ac:spMk id="2" creationId="{AA07D6E7-482A-AB89-EB32-12CB5EBEB1C5}"/>
          </ac:spMkLst>
        </pc:spChg>
        <pc:spChg chg="mod">
          <ac:chgData name="Aashima Madaan" userId="78790ce023263166" providerId="LiveId" clId="{FA59A51B-470B-464A-A0E9-5EE1FF5BB0D8}" dt="2023-10-21T05:27:57.179" v="294"/>
          <ac:spMkLst>
            <pc:docMk/>
            <pc:sldMk cId="3431688138" sldId="272"/>
            <ac:spMk id="3" creationId="{6645C6C7-64F7-F261-11D6-E281C92FFD00}"/>
          </ac:spMkLst>
        </pc:spChg>
      </pc:sldChg>
      <pc:sldChg chg="modSp">
        <pc:chgData name="Aashima Madaan" userId="78790ce023263166" providerId="LiveId" clId="{FA59A51B-470B-464A-A0E9-5EE1FF5BB0D8}" dt="2023-10-21T05:27:57.179" v="294"/>
        <pc:sldMkLst>
          <pc:docMk/>
          <pc:sldMk cId="2909361577" sldId="273"/>
        </pc:sldMkLst>
        <pc:spChg chg="mod">
          <ac:chgData name="Aashima Madaan" userId="78790ce023263166" providerId="LiveId" clId="{FA59A51B-470B-464A-A0E9-5EE1FF5BB0D8}" dt="2023-10-21T05:27:57.179" v="294"/>
          <ac:spMkLst>
            <pc:docMk/>
            <pc:sldMk cId="2909361577" sldId="273"/>
            <ac:spMk id="2" creationId="{E17ADF70-EA8A-B5CE-1F86-FFF64EE0E5F1}"/>
          </ac:spMkLst>
        </pc:spChg>
      </pc:sldChg>
      <pc:sldChg chg="modSp">
        <pc:chgData name="Aashima Madaan" userId="78790ce023263166" providerId="LiveId" clId="{FA59A51B-470B-464A-A0E9-5EE1FF5BB0D8}" dt="2023-10-21T05:27:57.179" v="294"/>
        <pc:sldMkLst>
          <pc:docMk/>
          <pc:sldMk cId="3744662203" sldId="274"/>
        </pc:sldMkLst>
        <pc:spChg chg="mod">
          <ac:chgData name="Aashima Madaan" userId="78790ce023263166" providerId="LiveId" clId="{FA59A51B-470B-464A-A0E9-5EE1FF5BB0D8}" dt="2023-10-21T05:27:57.179" v="294"/>
          <ac:spMkLst>
            <pc:docMk/>
            <pc:sldMk cId="3744662203" sldId="274"/>
            <ac:spMk id="2" creationId="{D02C7C3C-2A47-79D4-ECF7-5263B4E11FC4}"/>
          </ac:spMkLst>
        </pc:spChg>
        <pc:spChg chg="mod">
          <ac:chgData name="Aashima Madaan" userId="78790ce023263166" providerId="LiveId" clId="{FA59A51B-470B-464A-A0E9-5EE1FF5BB0D8}" dt="2023-10-21T05:27:57.179" v="294"/>
          <ac:spMkLst>
            <pc:docMk/>
            <pc:sldMk cId="3744662203" sldId="274"/>
            <ac:spMk id="3" creationId="{8E85F6B7-E8A9-5066-EBED-5C5C9DE4D4F0}"/>
          </ac:spMkLst>
        </pc:spChg>
      </pc:sldChg>
      <pc:sldChg chg="modSp">
        <pc:chgData name="Aashima Madaan" userId="78790ce023263166" providerId="LiveId" clId="{FA59A51B-470B-464A-A0E9-5EE1FF5BB0D8}" dt="2023-10-21T05:27:57.179" v="294"/>
        <pc:sldMkLst>
          <pc:docMk/>
          <pc:sldMk cId="4043967916" sldId="275"/>
        </pc:sldMkLst>
        <pc:spChg chg="mod">
          <ac:chgData name="Aashima Madaan" userId="78790ce023263166" providerId="LiveId" clId="{FA59A51B-470B-464A-A0E9-5EE1FF5BB0D8}" dt="2023-10-21T05:27:57.179" v="294"/>
          <ac:spMkLst>
            <pc:docMk/>
            <pc:sldMk cId="4043967916" sldId="275"/>
            <ac:spMk id="2" creationId="{6C78CED5-0241-44C3-9B05-91E2CDEC2E37}"/>
          </ac:spMkLst>
        </pc:spChg>
      </pc:sldChg>
      <pc:sldChg chg="modSp">
        <pc:chgData name="Aashima Madaan" userId="78790ce023263166" providerId="LiveId" clId="{FA59A51B-470B-464A-A0E9-5EE1FF5BB0D8}" dt="2023-10-21T05:27:57.179" v="294"/>
        <pc:sldMkLst>
          <pc:docMk/>
          <pc:sldMk cId="1804194662" sldId="276"/>
        </pc:sldMkLst>
        <pc:spChg chg="mod">
          <ac:chgData name="Aashima Madaan" userId="78790ce023263166" providerId="LiveId" clId="{FA59A51B-470B-464A-A0E9-5EE1FF5BB0D8}" dt="2023-10-21T05:27:57.179" v="294"/>
          <ac:spMkLst>
            <pc:docMk/>
            <pc:sldMk cId="1804194662" sldId="276"/>
            <ac:spMk id="2" creationId="{1523DD81-36D4-C320-E7EA-DE67D7FA55BC}"/>
          </ac:spMkLst>
        </pc:spChg>
      </pc:sldChg>
      <pc:sldChg chg="modSp">
        <pc:chgData name="Aashima Madaan" userId="78790ce023263166" providerId="LiveId" clId="{FA59A51B-470B-464A-A0E9-5EE1FF5BB0D8}" dt="2023-10-21T05:27:57.179" v="294"/>
        <pc:sldMkLst>
          <pc:docMk/>
          <pc:sldMk cId="2125405020" sldId="278"/>
        </pc:sldMkLst>
        <pc:spChg chg="mod">
          <ac:chgData name="Aashima Madaan" userId="78790ce023263166" providerId="LiveId" clId="{FA59A51B-470B-464A-A0E9-5EE1FF5BB0D8}" dt="2023-10-21T05:27:57.179" v="294"/>
          <ac:spMkLst>
            <pc:docMk/>
            <pc:sldMk cId="2125405020" sldId="278"/>
            <ac:spMk id="2" creationId="{0C9720EA-C289-9860-5A00-21FB12C87D08}"/>
          </ac:spMkLst>
        </pc:spChg>
      </pc:sldChg>
      <pc:sldChg chg="modSp">
        <pc:chgData name="Aashima Madaan" userId="78790ce023263166" providerId="LiveId" clId="{FA59A51B-470B-464A-A0E9-5EE1FF5BB0D8}" dt="2023-10-21T05:27:57.179" v="294"/>
        <pc:sldMkLst>
          <pc:docMk/>
          <pc:sldMk cId="2009709552" sldId="279"/>
        </pc:sldMkLst>
        <pc:spChg chg="mod">
          <ac:chgData name="Aashima Madaan" userId="78790ce023263166" providerId="LiveId" clId="{FA59A51B-470B-464A-A0E9-5EE1FF5BB0D8}" dt="2023-10-21T05:27:57.179" v="294"/>
          <ac:spMkLst>
            <pc:docMk/>
            <pc:sldMk cId="2009709552" sldId="279"/>
            <ac:spMk id="2" creationId="{24E240B0-5173-DA4E-F396-641C3DF38304}"/>
          </ac:spMkLst>
        </pc:spChg>
      </pc:sldChg>
      <pc:sldChg chg="modSp">
        <pc:chgData name="Aashima Madaan" userId="78790ce023263166" providerId="LiveId" clId="{FA59A51B-470B-464A-A0E9-5EE1FF5BB0D8}" dt="2023-10-21T05:27:57.179" v="294"/>
        <pc:sldMkLst>
          <pc:docMk/>
          <pc:sldMk cId="1532043902" sldId="282"/>
        </pc:sldMkLst>
        <pc:spChg chg="mod">
          <ac:chgData name="Aashima Madaan" userId="78790ce023263166" providerId="LiveId" clId="{FA59A51B-470B-464A-A0E9-5EE1FF5BB0D8}" dt="2023-10-21T05:27:57.179" v="294"/>
          <ac:spMkLst>
            <pc:docMk/>
            <pc:sldMk cId="1532043902" sldId="282"/>
            <ac:spMk id="2" creationId="{3AA35804-B3F8-AE2E-954C-F9F0397ADC1E}"/>
          </ac:spMkLst>
        </pc:spChg>
      </pc:sldChg>
      <pc:sldChg chg="addSp delSp modSp mod modClrScheme chgLayout">
        <pc:chgData name="Aashima Madaan" userId="78790ce023263166" providerId="LiveId" clId="{FA59A51B-470B-464A-A0E9-5EE1FF5BB0D8}" dt="2023-10-21T05:28:33.543" v="297" actId="700"/>
        <pc:sldMkLst>
          <pc:docMk/>
          <pc:sldMk cId="4068312039" sldId="285"/>
        </pc:sldMkLst>
        <pc:spChg chg="mod ord">
          <ac:chgData name="Aashima Madaan" userId="78790ce023263166" providerId="LiveId" clId="{FA59A51B-470B-464A-A0E9-5EE1FF5BB0D8}" dt="2023-10-21T05:28:33.543" v="297" actId="700"/>
          <ac:spMkLst>
            <pc:docMk/>
            <pc:sldMk cId="4068312039" sldId="285"/>
            <ac:spMk id="2" creationId="{C2E22549-A44B-8A36-A2CA-5F4AD56BB8C1}"/>
          </ac:spMkLst>
        </pc:spChg>
        <pc:spChg chg="add del mod ord">
          <ac:chgData name="Aashima Madaan" userId="78790ce023263166" providerId="LiveId" clId="{FA59A51B-470B-464A-A0E9-5EE1FF5BB0D8}" dt="2023-10-21T05:28:33.543" v="297" actId="700"/>
          <ac:spMkLst>
            <pc:docMk/>
            <pc:sldMk cId="4068312039" sldId="285"/>
            <ac:spMk id="3" creationId="{F986FF81-75E3-38DD-2501-2B32E27F5C6D}"/>
          </ac:spMkLst>
        </pc:spChg>
        <pc:spChg chg="add del mod ord">
          <ac:chgData name="Aashima Madaan" userId="78790ce023263166" providerId="LiveId" clId="{FA59A51B-470B-464A-A0E9-5EE1FF5BB0D8}" dt="2023-10-21T05:22:13.278" v="18" actId="700"/>
          <ac:spMkLst>
            <pc:docMk/>
            <pc:sldMk cId="4068312039" sldId="285"/>
            <ac:spMk id="4" creationId="{4C8B801C-C289-F75F-75FB-5EE17C5C4768}"/>
          </ac:spMkLst>
        </pc:spChg>
        <pc:picChg chg="mod">
          <ac:chgData name="Aashima Madaan" userId="78790ce023263166" providerId="LiveId" clId="{FA59A51B-470B-464A-A0E9-5EE1FF5BB0D8}" dt="2023-10-21T05:28:25.755" v="296" actId="1076"/>
          <ac:picMkLst>
            <pc:docMk/>
            <pc:sldMk cId="4068312039" sldId="285"/>
            <ac:picMk id="8194" creationId="{C350899E-BD56-6B3E-F9C1-9B57B184F50A}"/>
          </ac:picMkLst>
        </pc:picChg>
      </pc:sldChg>
      <pc:sldChg chg="modSp">
        <pc:chgData name="Aashima Madaan" userId="78790ce023263166" providerId="LiveId" clId="{FA59A51B-470B-464A-A0E9-5EE1FF5BB0D8}" dt="2023-10-21T05:27:57.179" v="294"/>
        <pc:sldMkLst>
          <pc:docMk/>
          <pc:sldMk cId="2650898075" sldId="289"/>
        </pc:sldMkLst>
        <pc:spChg chg="mod">
          <ac:chgData name="Aashima Madaan" userId="78790ce023263166" providerId="LiveId" clId="{FA59A51B-470B-464A-A0E9-5EE1FF5BB0D8}" dt="2023-10-21T05:27:57.179" v="294"/>
          <ac:spMkLst>
            <pc:docMk/>
            <pc:sldMk cId="2650898075" sldId="289"/>
            <ac:spMk id="4" creationId="{5C96FD0B-8669-0209-1D4A-5157D0726A0D}"/>
          </ac:spMkLst>
        </pc:spChg>
        <pc:spChg chg="mod">
          <ac:chgData name="Aashima Madaan" userId="78790ce023263166" providerId="LiveId" clId="{FA59A51B-470B-464A-A0E9-5EE1FF5BB0D8}" dt="2023-10-21T05:27:57.179" v="294"/>
          <ac:spMkLst>
            <pc:docMk/>
            <pc:sldMk cId="2650898075" sldId="289"/>
            <ac:spMk id="5" creationId="{73010937-F8E1-BF5C-CCE7-CC07E288BED6}"/>
          </ac:spMkLst>
        </pc:spChg>
      </pc:sldChg>
      <pc:sldChg chg="modSp">
        <pc:chgData name="Aashima Madaan" userId="78790ce023263166" providerId="LiveId" clId="{FA59A51B-470B-464A-A0E9-5EE1FF5BB0D8}" dt="2023-10-21T05:27:57.179" v="294"/>
        <pc:sldMkLst>
          <pc:docMk/>
          <pc:sldMk cId="1372551635" sldId="292"/>
        </pc:sldMkLst>
        <pc:spChg chg="mod">
          <ac:chgData name="Aashima Madaan" userId="78790ce023263166" providerId="LiveId" clId="{FA59A51B-470B-464A-A0E9-5EE1FF5BB0D8}" dt="2023-10-21T05:27:57.179" v="294"/>
          <ac:spMkLst>
            <pc:docMk/>
            <pc:sldMk cId="1372551635" sldId="292"/>
            <ac:spMk id="12" creationId="{EE2B6819-234C-6BF8-F8A5-3F3D91D636D2}"/>
          </ac:spMkLst>
        </pc:spChg>
      </pc:sldChg>
      <pc:sldChg chg="modSp">
        <pc:chgData name="Aashima Madaan" userId="78790ce023263166" providerId="LiveId" clId="{FA59A51B-470B-464A-A0E9-5EE1FF5BB0D8}" dt="2023-10-21T05:27:57.179" v="294"/>
        <pc:sldMkLst>
          <pc:docMk/>
          <pc:sldMk cId="751686734" sldId="294"/>
        </pc:sldMkLst>
        <pc:spChg chg="mod">
          <ac:chgData name="Aashima Madaan" userId="78790ce023263166" providerId="LiveId" clId="{FA59A51B-470B-464A-A0E9-5EE1FF5BB0D8}" dt="2023-10-21T05:27:57.179" v="294"/>
          <ac:spMkLst>
            <pc:docMk/>
            <pc:sldMk cId="751686734" sldId="294"/>
            <ac:spMk id="2" creationId="{E5F8EB3D-6202-9CE9-DF07-A25E733488C7}"/>
          </ac:spMkLst>
        </pc:spChg>
      </pc:sldChg>
      <pc:sldChg chg="addSp delSp modSp mod">
        <pc:chgData name="Aashima Madaan" userId="78790ce023263166" providerId="LiveId" clId="{FA59A51B-470B-464A-A0E9-5EE1FF5BB0D8}" dt="2023-10-21T05:27:17.241" v="292" actId="20577"/>
        <pc:sldMkLst>
          <pc:docMk/>
          <pc:sldMk cId="1824850392" sldId="296"/>
        </pc:sldMkLst>
        <pc:spChg chg="mod">
          <ac:chgData name="Aashima Madaan" userId="78790ce023263166" providerId="LiveId" clId="{FA59A51B-470B-464A-A0E9-5EE1FF5BB0D8}" dt="2023-10-21T05:25:00.843" v="65" actId="6549"/>
          <ac:spMkLst>
            <pc:docMk/>
            <pc:sldMk cId="1824850392" sldId="296"/>
            <ac:spMk id="4" creationId="{58773530-6888-56C6-67EC-CF6F083CFB62}"/>
          </ac:spMkLst>
        </pc:spChg>
        <pc:spChg chg="add del mod">
          <ac:chgData name="Aashima Madaan" userId="78790ce023263166" providerId="LiveId" clId="{FA59A51B-470B-464A-A0E9-5EE1FF5BB0D8}" dt="2023-10-21T05:26:57.072" v="219" actId="47"/>
          <ac:spMkLst>
            <pc:docMk/>
            <pc:sldMk cId="1824850392" sldId="296"/>
            <ac:spMk id="6" creationId="{782C913A-760B-3827-98D0-8BD1EC924BE7}"/>
          </ac:spMkLst>
        </pc:spChg>
        <pc:spChg chg="add mod">
          <ac:chgData name="Aashima Madaan" userId="78790ce023263166" providerId="LiveId" clId="{FA59A51B-470B-464A-A0E9-5EE1FF5BB0D8}" dt="2023-10-21T05:27:17.241" v="292" actId="20577"/>
          <ac:spMkLst>
            <pc:docMk/>
            <pc:sldMk cId="1824850392" sldId="296"/>
            <ac:spMk id="7" creationId="{58F07D31-2A6A-D2DC-07F6-85F6AACA505E}"/>
          </ac:spMkLst>
        </pc:spChg>
      </pc:sldChg>
      <pc:sldChg chg="modSp">
        <pc:chgData name="Aashima Madaan" userId="78790ce023263166" providerId="LiveId" clId="{FA59A51B-470B-464A-A0E9-5EE1FF5BB0D8}" dt="2023-10-21T05:27:57.179" v="294"/>
        <pc:sldMkLst>
          <pc:docMk/>
          <pc:sldMk cId="1455415504" sldId="297"/>
        </pc:sldMkLst>
        <pc:spChg chg="mod">
          <ac:chgData name="Aashima Madaan" userId="78790ce023263166" providerId="LiveId" clId="{FA59A51B-470B-464A-A0E9-5EE1FF5BB0D8}" dt="2023-10-21T05:27:57.179" v="294"/>
          <ac:spMkLst>
            <pc:docMk/>
            <pc:sldMk cId="1455415504" sldId="297"/>
            <ac:spMk id="4" creationId="{C0DA5AB2-B1D2-A926-71EE-2838E406CA37}"/>
          </ac:spMkLst>
        </pc:spChg>
        <pc:spChg chg="mod">
          <ac:chgData name="Aashima Madaan" userId="78790ce023263166" providerId="LiveId" clId="{FA59A51B-470B-464A-A0E9-5EE1FF5BB0D8}" dt="2023-10-21T05:27:57.179" v="294"/>
          <ac:spMkLst>
            <pc:docMk/>
            <pc:sldMk cId="1455415504" sldId="297"/>
            <ac:spMk id="5" creationId="{0136BC4F-528E-5E2D-533B-77A8C851BD31}"/>
          </ac:spMkLst>
        </pc:spChg>
      </pc:sldChg>
      <pc:sldChg chg="modSp">
        <pc:chgData name="Aashima Madaan" userId="78790ce023263166" providerId="LiveId" clId="{FA59A51B-470B-464A-A0E9-5EE1FF5BB0D8}" dt="2023-10-21T05:27:57.179" v="294"/>
        <pc:sldMkLst>
          <pc:docMk/>
          <pc:sldMk cId="1973743681" sldId="298"/>
        </pc:sldMkLst>
        <pc:spChg chg="mod">
          <ac:chgData name="Aashima Madaan" userId="78790ce023263166" providerId="LiveId" clId="{FA59A51B-470B-464A-A0E9-5EE1FF5BB0D8}" dt="2023-10-21T05:27:57.179" v="294"/>
          <ac:spMkLst>
            <pc:docMk/>
            <pc:sldMk cId="1973743681" sldId="298"/>
            <ac:spMk id="2" creationId="{30205870-61F8-5A73-2B80-669E2DAA6FF7}"/>
          </ac:spMkLst>
        </pc:spChg>
      </pc:sldChg>
      <pc:sldChg chg="modSp">
        <pc:chgData name="Aashima Madaan" userId="78790ce023263166" providerId="LiveId" clId="{FA59A51B-470B-464A-A0E9-5EE1FF5BB0D8}" dt="2023-10-21T05:27:57.179" v="294"/>
        <pc:sldMkLst>
          <pc:docMk/>
          <pc:sldMk cId="3765957091" sldId="299"/>
        </pc:sldMkLst>
        <pc:spChg chg="mod">
          <ac:chgData name="Aashima Madaan" userId="78790ce023263166" providerId="LiveId" clId="{FA59A51B-470B-464A-A0E9-5EE1FF5BB0D8}" dt="2023-10-21T05:27:57.179" v="294"/>
          <ac:spMkLst>
            <pc:docMk/>
            <pc:sldMk cId="3765957091" sldId="299"/>
            <ac:spMk id="4" creationId="{2850FCE2-21FD-9338-DC94-C5D65F05E2DB}"/>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893BE8-9CE7-4A8F-A078-7AFE87125022}"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DCE30A5D-DE26-4370-B74A-5D79443CB3DF}">
      <dgm:prSet phldrT="[Text]"/>
      <dgm:spPr/>
      <dgm:t>
        <a:bodyPr/>
        <a:lstStyle/>
        <a:p>
          <a:r>
            <a:rPr lang="en-IN" dirty="0"/>
            <a:t>Passive Attacks</a:t>
          </a:r>
        </a:p>
      </dgm:t>
    </dgm:pt>
    <dgm:pt modelId="{E1CEC0AD-1B34-4EC5-9477-56231FA3546C}" type="parTrans" cxnId="{E53FCA80-F014-4A30-8865-96DF2F98612F}">
      <dgm:prSet/>
      <dgm:spPr/>
      <dgm:t>
        <a:bodyPr/>
        <a:lstStyle/>
        <a:p>
          <a:endParaRPr lang="en-IN"/>
        </a:p>
      </dgm:t>
    </dgm:pt>
    <dgm:pt modelId="{8E2B660A-401B-4C3B-9238-D552BF09C7B4}" type="sibTrans" cxnId="{E53FCA80-F014-4A30-8865-96DF2F98612F}">
      <dgm:prSet/>
      <dgm:spPr/>
      <dgm:t>
        <a:bodyPr/>
        <a:lstStyle/>
        <a:p>
          <a:endParaRPr lang="en-IN"/>
        </a:p>
      </dgm:t>
    </dgm:pt>
    <dgm:pt modelId="{B41C9926-BF23-4D3A-B754-5A3B04DFA71F}">
      <dgm:prSet phldrT="[Text]"/>
      <dgm:spPr/>
      <dgm:t>
        <a:bodyPr/>
        <a:lstStyle/>
        <a:p>
          <a:r>
            <a:rPr lang="en-IN" dirty="0"/>
            <a:t>Active Attacks</a:t>
          </a:r>
        </a:p>
      </dgm:t>
    </dgm:pt>
    <dgm:pt modelId="{2EAEC771-B9D6-47A6-B456-0723F73BC9E3}" type="parTrans" cxnId="{C098E971-F397-4D13-86F2-1355EAEC8FBF}">
      <dgm:prSet/>
      <dgm:spPr/>
      <dgm:t>
        <a:bodyPr/>
        <a:lstStyle/>
        <a:p>
          <a:endParaRPr lang="en-IN"/>
        </a:p>
      </dgm:t>
    </dgm:pt>
    <dgm:pt modelId="{945D7F2F-5ED6-4F6C-8761-D6D787F31678}" type="sibTrans" cxnId="{C098E971-F397-4D13-86F2-1355EAEC8FBF}">
      <dgm:prSet/>
      <dgm:spPr/>
      <dgm:t>
        <a:bodyPr/>
        <a:lstStyle/>
        <a:p>
          <a:endParaRPr lang="en-IN"/>
        </a:p>
      </dgm:t>
    </dgm:pt>
    <dgm:pt modelId="{960379F1-3F15-473F-8FFD-BCF6A2C89285}">
      <dgm:prSet phldrT="[Text]"/>
      <dgm:spPr/>
      <dgm:t>
        <a:bodyPr/>
        <a:lstStyle/>
        <a:p>
          <a:r>
            <a:rPr lang="en-IN" b="0" i="0" dirty="0"/>
            <a:t>It attempts to learn or make use of information from the system but does not affect system resources</a:t>
          </a:r>
          <a:endParaRPr lang="en-IN" u="sng" dirty="0">
            <a:solidFill>
              <a:schemeClr val="tx1">
                <a:lumMod val="95000"/>
                <a:lumOff val="5000"/>
              </a:schemeClr>
            </a:solidFill>
          </a:endParaRPr>
        </a:p>
      </dgm:t>
    </dgm:pt>
    <dgm:pt modelId="{5880F589-BBA2-46CB-8F33-CE5C6FA89866}" type="parTrans" cxnId="{6E4A0DD6-4C6B-487B-9D23-BCBEAD8D10CC}">
      <dgm:prSet/>
      <dgm:spPr/>
      <dgm:t>
        <a:bodyPr/>
        <a:lstStyle/>
        <a:p>
          <a:endParaRPr lang="en-IN"/>
        </a:p>
      </dgm:t>
    </dgm:pt>
    <dgm:pt modelId="{27597A52-AF43-4C1A-908C-D84C70B0A49D}" type="sibTrans" cxnId="{6E4A0DD6-4C6B-487B-9D23-BCBEAD8D10CC}">
      <dgm:prSet/>
      <dgm:spPr/>
      <dgm:t>
        <a:bodyPr/>
        <a:lstStyle/>
        <a:p>
          <a:endParaRPr lang="en-IN"/>
        </a:p>
      </dgm:t>
    </dgm:pt>
    <dgm:pt modelId="{25E9575D-6638-4AAA-A1FE-83B89FED0E5D}">
      <dgm:prSet phldrT="[Text]"/>
      <dgm:spPr/>
      <dgm:t>
        <a:bodyPr/>
        <a:lstStyle/>
        <a:p>
          <a:r>
            <a:rPr lang="en-IN" b="0" i="0" dirty="0"/>
            <a:t>The attack can be </a:t>
          </a:r>
          <a:r>
            <a:rPr lang="en-IN" b="0" i="1" dirty="0"/>
            <a:t>active</a:t>
          </a:r>
          <a:r>
            <a:rPr lang="en-IN" b="0" i="0" dirty="0"/>
            <a:t> when it attempts to alter system resources or affect their operation</a:t>
          </a:r>
          <a:endParaRPr lang="en-IN" dirty="0"/>
        </a:p>
      </dgm:t>
    </dgm:pt>
    <dgm:pt modelId="{CDDDB666-366A-4FCF-B6B5-52959DBF366E}" type="parTrans" cxnId="{702FE330-44E8-4FA8-9F71-1A9A40C72A42}">
      <dgm:prSet/>
      <dgm:spPr/>
      <dgm:t>
        <a:bodyPr/>
        <a:lstStyle/>
        <a:p>
          <a:endParaRPr lang="en-IN"/>
        </a:p>
      </dgm:t>
    </dgm:pt>
    <dgm:pt modelId="{412ECF6D-D97C-49F1-B0B3-337D8F7D66C9}" type="sibTrans" cxnId="{702FE330-44E8-4FA8-9F71-1A9A40C72A42}">
      <dgm:prSet/>
      <dgm:spPr/>
      <dgm:t>
        <a:bodyPr/>
        <a:lstStyle/>
        <a:p>
          <a:endParaRPr lang="en-IN"/>
        </a:p>
      </dgm:t>
    </dgm:pt>
    <dgm:pt modelId="{E60EB328-D516-41DC-A4BE-1859B8528837}">
      <dgm:prSet phldrT="[Text]"/>
      <dgm:spPr/>
      <dgm:t>
        <a:bodyPr/>
        <a:lstStyle/>
        <a:p>
          <a:r>
            <a:rPr lang="en-IN" dirty="0"/>
            <a:t>Monitoring and listening to the communication channel by unauthorized entity</a:t>
          </a:r>
        </a:p>
      </dgm:t>
    </dgm:pt>
    <dgm:pt modelId="{8B31D8FF-8E9D-43A3-8B3E-61A8841D3EA6}" type="parTrans" cxnId="{71CF9B8D-55BD-4EA2-8009-ADCF9DE1C6AF}">
      <dgm:prSet/>
      <dgm:spPr/>
      <dgm:t>
        <a:bodyPr/>
        <a:lstStyle/>
        <a:p>
          <a:endParaRPr lang="en-IN"/>
        </a:p>
      </dgm:t>
    </dgm:pt>
    <dgm:pt modelId="{FCFCF4B0-1D91-4CD8-8DA6-E5BAE1AC4363}" type="sibTrans" cxnId="{71CF9B8D-55BD-4EA2-8009-ADCF9DE1C6AF}">
      <dgm:prSet/>
      <dgm:spPr/>
      <dgm:t>
        <a:bodyPr/>
        <a:lstStyle/>
        <a:p>
          <a:endParaRPr lang="en-IN"/>
        </a:p>
      </dgm:t>
    </dgm:pt>
    <dgm:pt modelId="{37234699-D10A-45D5-8018-ADF20FA00B75}">
      <dgm:prSet phldrT="[Text]"/>
      <dgm:spPr/>
      <dgm:t>
        <a:bodyPr/>
        <a:lstStyle/>
        <a:p>
          <a:r>
            <a:rPr lang="en-IN" dirty="0"/>
            <a:t>Monitoring, listening to and modification of data stream in the communication channel by unauthorized entity </a:t>
          </a:r>
        </a:p>
      </dgm:t>
    </dgm:pt>
    <dgm:pt modelId="{43407B57-A7F2-4A0A-BB64-727563188ED2}" type="parTrans" cxnId="{48459347-31CA-4872-97E1-3336295D4969}">
      <dgm:prSet/>
      <dgm:spPr/>
      <dgm:t>
        <a:bodyPr/>
        <a:lstStyle/>
        <a:p>
          <a:endParaRPr lang="en-IN"/>
        </a:p>
      </dgm:t>
    </dgm:pt>
    <dgm:pt modelId="{F3EBF9C3-B0A1-4A79-A00A-41E24BB45A5D}" type="sibTrans" cxnId="{48459347-31CA-4872-97E1-3336295D4969}">
      <dgm:prSet/>
      <dgm:spPr/>
      <dgm:t>
        <a:bodyPr/>
        <a:lstStyle/>
        <a:p>
          <a:endParaRPr lang="en-IN"/>
        </a:p>
      </dgm:t>
    </dgm:pt>
    <dgm:pt modelId="{FA72D455-9528-4F98-9EBE-E8F9BC0F9EA0}">
      <dgm:prSet phldrT="[Text]"/>
      <dgm:spPr/>
      <dgm:t>
        <a:bodyPr/>
        <a:lstStyle/>
        <a:p>
          <a:endParaRPr lang="en-IN" dirty="0"/>
        </a:p>
      </dgm:t>
    </dgm:pt>
    <dgm:pt modelId="{68C59F30-519A-463F-BB66-694DF3B8E5E7}" type="parTrans" cxnId="{FDF1A550-0CDA-4EEB-B63F-BC644ADBB27C}">
      <dgm:prSet/>
      <dgm:spPr/>
      <dgm:t>
        <a:bodyPr/>
        <a:lstStyle/>
        <a:p>
          <a:endParaRPr lang="en-IN"/>
        </a:p>
      </dgm:t>
    </dgm:pt>
    <dgm:pt modelId="{5B18951E-A6E5-4385-B69A-FDE6F9250CEB}" type="sibTrans" cxnId="{FDF1A550-0CDA-4EEB-B63F-BC644ADBB27C}">
      <dgm:prSet/>
      <dgm:spPr/>
      <dgm:t>
        <a:bodyPr/>
        <a:lstStyle/>
        <a:p>
          <a:endParaRPr lang="en-IN"/>
        </a:p>
      </dgm:t>
    </dgm:pt>
    <dgm:pt modelId="{422922ED-AAA1-4C6F-927D-7AC37A245550}">
      <dgm:prSet phldrT="[Text]"/>
      <dgm:spPr/>
      <dgm:t>
        <a:bodyPr/>
        <a:lstStyle/>
        <a:p>
          <a:r>
            <a:rPr lang="en-IN" b="0" i="0" dirty="0"/>
            <a:t>Compromises </a:t>
          </a:r>
          <a:r>
            <a:rPr lang="en-IN" b="0" i="0" u="none" dirty="0">
              <a:solidFill>
                <a:schemeClr val="tx1">
                  <a:lumMod val="95000"/>
                  <a:lumOff val="5000"/>
                </a:schemeClr>
              </a:solidFill>
            </a:rPr>
            <a:t>confidentiality</a:t>
          </a:r>
          <a:endParaRPr lang="en-IN" u="none" dirty="0">
            <a:solidFill>
              <a:schemeClr val="tx1">
                <a:lumMod val="95000"/>
                <a:lumOff val="5000"/>
              </a:schemeClr>
            </a:solidFill>
          </a:endParaRPr>
        </a:p>
      </dgm:t>
    </dgm:pt>
    <dgm:pt modelId="{EE30F020-42B2-493E-8CA9-CEC50A9C89FE}" type="parTrans" cxnId="{EB996678-6025-4B86-B82D-176EFF7177FD}">
      <dgm:prSet/>
      <dgm:spPr/>
      <dgm:t>
        <a:bodyPr/>
        <a:lstStyle/>
        <a:p>
          <a:endParaRPr lang="en-IN"/>
        </a:p>
      </dgm:t>
    </dgm:pt>
    <dgm:pt modelId="{62C3C84F-94F5-4C7A-94DF-C67964AFBEC7}" type="sibTrans" cxnId="{EB996678-6025-4B86-B82D-176EFF7177FD}">
      <dgm:prSet/>
      <dgm:spPr/>
      <dgm:t>
        <a:bodyPr/>
        <a:lstStyle/>
        <a:p>
          <a:endParaRPr lang="en-IN"/>
        </a:p>
      </dgm:t>
    </dgm:pt>
    <dgm:pt modelId="{3EC087CD-8590-48FA-86DE-EF6F7AA320CF}">
      <dgm:prSet phldrT="[Text]"/>
      <dgm:spPr/>
      <dgm:t>
        <a:bodyPr/>
        <a:lstStyle/>
        <a:p>
          <a:r>
            <a:rPr lang="en-IN" b="0" i="0" dirty="0"/>
            <a:t>It compromises integrity or availability</a:t>
          </a:r>
          <a:endParaRPr lang="en-IN" dirty="0"/>
        </a:p>
      </dgm:t>
    </dgm:pt>
    <dgm:pt modelId="{2F58DC6B-6D8D-41A9-B51D-6E1F8C3CD4FB}" type="parTrans" cxnId="{0DABDDD5-1442-47C0-9683-6FD35947E24A}">
      <dgm:prSet/>
      <dgm:spPr/>
      <dgm:t>
        <a:bodyPr/>
        <a:lstStyle/>
        <a:p>
          <a:endParaRPr lang="en-IN"/>
        </a:p>
      </dgm:t>
    </dgm:pt>
    <dgm:pt modelId="{79010232-9F0B-4FAA-812D-D38C985A139C}" type="sibTrans" cxnId="{0DABDDD5-1442-47C0-9683-6FD35947E24A}">
      <dgm:prSet/>
      <dgm:spPr/>
      <dgm:t>
        <a:bodyPr/>
        <a:lstStyle/>
        <a:p>
          <a:endParaRPr lang="en-IN"/>
        </a:p>
      </dgm:t>
    </dgm:pt>
    <dgm:pt modelId="{B7CBAE39-67A8-4A12-B246-720AFD960C63}" type="pres">
      <dgm:prSet presAssocID="{BC893BE8-9CE7-4A8F-A078-7AFE87125022}" presName="linear" presStyleCnt="0">
        <dgm:presLayoutVars>
          <dgm:animLvl val="lvl"/>
          <dgm:resizeHandles val="exact"/>
        </dgm:presLayoutVars>
      </dgm:prSet>
      <dgm:spPr/>
    </dgm:pt>
    <dgm:pt modelId="{1BE45F60-10C3-4F07-B8BA-DF7413381B1B}" type="pres">
      <dgm:prSet presAssocID="{DCE30A5D-DE26-4370-B74A-5D79443CB3DF}" presName="parentText" presStyleLbl="node1" presStyleIdx="0" presStyleCnt="2">
        <dgm:presLayoutVars>
          <dgm:chMax val="0"/>
          <dgm:bulletEnabled val="1"/>
        </dgm:presLayoutVars>
      </dgm:prSet>
      <dgm:spPr/>
    </dgm:pt>
    <dgm:pt modelId="{358D94D9-E1D9-43D0-A2C4-406C94C29735}" type="pres">
      <dgm:prSet presAssocID="{DCE30A5D-DE26-4370-B74A-5D79443CB3DF}" presName="childText" presStyleLbl="revTx" presStyleIdx="0" presStyleCnt="2">
        <dgm:presLayoutVars>
          <dgm:bulletEnabled val="1"/>
        </dgm:presLayoutVars>
      </dgm:prSet>
      <dgm:spPr/>
    </dgm:pt>
    <dgm:pt modelId="{02610510-D466-44C8-9329-4CAD50DC3FF2}" type="pres">
      <dgm:prSet presAssocID="{B41C9926-BF23-4D3A-B754-5A3B04DFA71F}" presName="parentText" presStyleLbl="node1" presStyleIdx="1" presStyleCnt="2">
        <dgm:presLayoutVars>
          <dgm:chMax val="0"/>
          <dgm:bulletEnabled val="1"/>
        </dgm:presLayoutVars>
      </dgm:prSet>
      <dgm:spPr/>
    </dgm:pt>
    <dgm:pt modelId="{7473193A-6684-4A09-9B50-2BEF161204F5}" type="pres">
      <dgm:prSet presAssocID="{B41C9926-BF23-4D3A-B754-5A3B04DFA71F}" presName="childText" presStyleLbl="revTx" presStyleIdx="1" presStyleCnt="2">
        <dgm:presLayoutVars>
          <dgm:bulletEnabled val="1"/>
        </dgm:presLayoutVars>
      </dgm:prSet>
      <dgm:spPr/>
    </dgm:pt>
  </dgm:ptLst>
  <dgm:cxnLst>
    <dgm:cxn modelId="{7FF54D30-0E3C-4EC2-992E-85642771F459}" type="presOf" srcId="{E60EB328-D516-41DC-A4BE-1859B8528837}" destId="{358D94D9-E1D9-43D0-A2C4-406C94C29735}" srcOrd="0" destOrd="2" presId="urn:microsoft.com/office/officeart/2005/8/layout/vList2"/>
    <dgm:cxn modelId="{702FE330-44E8-4FA8-9F71-1A9A40C72A42}" srcId="{B41C9926-BF23-4D3A-B754-5A3B04DFA71F}" destId="{25E9575D-6638-4AAA-A1FE-83B89FED0E5D}" srcOrd="0" destOrd="0" parTransId="{CDDDB666-366A-4FCF-B6B5-52959DBF366E}" sibTransId="{412ECF6D-D97C-49F1-B0B3-337D8F7D66C9}"/>
    <dgm:cxn modelId="{E192DC34-EDC7-4E67-89DC-2B0DD758DBAE}" type="presOf" srcId="{422922ED-AAA1-4C6F-927D-7AC37A245550}" destId="{358D94D9-E1D9-43D0-A2C4-406C94C29735}" srcOrd="0" destOrd="1" presId="urn:microsoft.com/office/officeart/2005/8/layout/vList2"/>
    <dgm:cxn modelId="{48459347-31CA-4872-97E1-3336295D4969}" srcId="{B41C9926-BF23-4D3A-B754-5A3B04DFA71F}" destId="{37234699-D10A-45D5-8018-ADF20FA00B75}" srcOrd="2" destOrd="0" parTransId="{43407B57-A7F2-4A0A-BB64-727563188ED2}" sibTransId="{F3EBF9C3-B0A1-4A79-A00A-41E24BB45A5D}"/>
    <dgm:cxn modelId="{6B7A2B69-887F-45F9-864D-CE4E498213F0}" type="presOf" srcId="{37234699-D10A-45D5-8018-ADF20FA00B75}" destId="{7473193A-6684-4A09-9B50-2BEF161204F5}" srcOrd="0" destOrd="2" presId="urn:microsoft.com/office/officeart/2005/8/layout/vList2"/>
    <dgm:cxn modelId="{FDF1A550-0CDA-4EEB-B63F-BC644ADBB27C}" srcId="{DCE30A5D-DE26-4370-B74A-5D79443CB3DF}" destId="{FA72D455-9528-4F98-9EBE-E8F9BC0F9EA0}" srcOrd="3" destOrd="0" parTransId="{68C59F30-519A-463F-BB66-694DF3B8E5E7}" sibTransId="{5B18951E-A6E5-4385-B69A-FDE6F9250CEB}"/>
    <dgm:cxn modelId="{C098E971-F397-4D13-86F2-1355EAEC8FBF}" srcId="{BC893BE8-9CE7-4A8F-A078-7AFE87125022}" destId="{B41C9926-BF23-4D3A-B754-5A3B04DFA71F}" srcOrd="1" destOrd="0" parTransId="{2EAEC771-B9D6-47A6-B456-0723F73BC9E3}" sibTransId="{945D7F2F-5ED6-4F6C-8761-D6D787F31678}"/>
    <dgm:cxn modelId="{6257BE73-67AB-4632-A4F5-D136A2E10F1A}" type="presOf" srcId="{960379F1-3F15-473F-8FFD-BCF6A2C89285}" destId="{358D94D9-E1D9-43D0-A2C4-406C94C29735}" srcOrd="0" destOrd="0" presId="urn:microsoft.com/office/officeart/2005/8/layout/vList2"/>
    <dgm:cxn modelId="{EB996678-6025-4B86-B82D-176EFF7177FD}" srcId="{DCE30A5D-DE26-4370-B74A-5D79443CB3DF}" destId="{422922ED-AAA1-4C6F-927D-7AC37A245550}" srcOrd="1" destOrd="0" parTransId="{EE30F020-42B2-493E-8CA9-CEC50A9C89FE}" sibTransId="{62C3C84F-94F5-4C7A-94DF-C67964AFBEC7}"/>
    <dgm:cxn modelId="{E53FCA80-F014-4A30-8865-96DF2F98612F}" srcId="{BC893BE8-9CE7-4A8F-A078-7AFE87125022}" destId="{DCE30A5D-DE26-4370-B74A-5D79443CB3DF}" srcOrd="0" destOrd="0" parTransId="{E1CEC0AD-1B34-4EC5-9477-56231FA3546C}" sibTransId="{8E2B660A-401B-4C3B-9238-D552BF09C7B4}"/>
    <dgm:cxn modelId="{71CF9B8D-55BD-4EA2-8009-ADCF9DE1C6AF}" srcId="{DCE30A5D-DE26-4370-B74A-5D79443CB3DF}" destId="{E60EB328-D516-41DC-A4BE-1859B8528837}" srcOrd="2" destOrd="0" parTransId="{8B31D8FF-8E9D-43A3-8B3E-61A8841D3EA6}" sibTransId="{FCFCF4B0-1D91-4CD8-8DA6-E5BAE1AC4363}"/>
    <dgm:cxn modelId="{702F4B97-0541-4577-8566-AEC73281DCED}" type="presOf" srcId="{25E9575D-6638-4AAA-A1FE-83B89FED0E5D}" destId="{7473193A-6684-4A09-9B50-2BEF161204F5}" srcOrd="0" destOrd="0" presId="urn:microsoft.com/office/officeart/2005/8/layout/vList2"/>
    <dgm:cxn modelId="{DE67EC9C-D780-4D49-BA28-3FFB8B7EFDDB}" type="presOf" srcId="{DCE30A5D-DE26-4370-B74A-5D79443CB3DF}" destId="{1BE45F60-10C3-4F07-B8BA-DF7413381B1B}" srcOrd="0" destOrd="0" presId="urn:microsoft.com/office/officeart/2005/8/layout/vList2"/>
    <dgm:cxn modelId="{1230A2B8-64DA-457A-A01B-BCE144A6E1F3}" type="presOf" srcId="{BC893BE8-9CE7-4A8F-A078-7AFE87125022}" destId="{B7CBAE39-67A8-4A12-B246-720AFD960C63}" srcOrd="0" destOrd="0" presId="urn:microsoft.com/office/officeart/2005/8/layout/vList2"/>
    <dgm:cxn modelId="{C689ACCE-651C-42A6-944B-3E89054F54E2}" type="presOf" srcId="{B41C9926-BF23-4D3A-B754-5A3B04DFA71F}" destId="{02610510-D466-44C8-9329-4CAD50DC3FF2}" srcOrd="0" destOrd="0" presId="urn:microsoft.com/office/officeart/2005/8/layout/vList2"/>
    <dgm:cxn modelId="{0DABDDD5-1442-47C0-9683-6FD35947E24A}" srcId="{B41C9926-BF23-4D3A-B754-5A3B04DFA71F}" destId="{3EC087CD-8590-48FA-86DE-EF6F7AA320CF}" srcOrd="1" destOrd="0" parTransId="{2F58DC6B-6D8D-41A9-B51D-6E1F8C3CD4FB}" sibTransId="{79010232-9F0B-4FAA-812D-D38C985A139C}"/>
    <dgm:cxn modelId="{6E4A0DD6-4C6B-487B-9D23-BCBEAD8D10CC}" srcId="{DCE30A5D-DE26-4370-B74A-5D79443CB3DF}" destId="{960379F1-3F15-473F-8FFD-BCF6A2C89285}" srcOrd="0" destOrd="0" parTransId="{5880F589-BBA2-46CB-8F33-CE5C6FA89866}" sibTransId="{27597A52-AF43-4C1A-908C-D84C70B0A49D}"/>
    <dgm:cxn modelId="{AD52F5D7-8053-426F-8F5A-77370985D9AF}" type="presOf" srcId="{3EC087CD-8590-48FA-86DE-EF6F7AA320CF}" destId="{7473193A-6684-4A09-9B50-2BEF161204F5}" srcOrd="0" destOrd="1" presId="urn:microsoft.com/office/officeart/2005/8/layout/vList2"/>
    <dgm:cxn modelId="{2CBBFFDE-664D-45AC-A507-61D0DE36F345}" type="presOf" srcId="{FA72D455-9528-4F98-9EBE-E8F9BC0F9EA0}" destId="{358D94D9-E1D9-43D0-A2C4-406C94C29735}" srcOrd="0" destOrd="3" presId="urn:microsoft.com/office/officeart/2005/8/layout/vList2"/>
    <dgm:cxn modelId="{D53CE49F-A4BE-4020-BEAB-BD58A9E6B4D4}" type="presParOf" srcId="{B7CBAE39-67A8-4A12-B246-720AFD960C63}" destId="{1BE45F60-10C3-4F07-B8BA-DF7413381B1B}" srcOrd="0" destOrd="0" presId="urn:microsoft.com/office/officeart/2005/8/layout/vList2"/>
    <dgm:cxn modelId="{F4582AC9-69BA-4CBF-A01E-84649D32C4A4}" type="presParOf" srcId="{B7CBAE39-67A8-4A12-B246-720AFD960C63}" destId="{358D94D9-E1D9-43D0-A2C4-406C94C29735}" srcOrd="1" destOrd="0" presId="urn:microsoft.com/office/officeart/2005/8/layout/vList2"/>
    <dgm:cxn modelId="{C97551E9-6B9C-40A6-810C-E5FDCF28467D}" type="presParOf" srcId="{B7CBAE39-67A8-4A12-B246-720AFD960C63}" destId="{02610510-D466-44C8-9329-4CAD50DC3FF2}" srcOrd="2" destOrd="0" presId="urn:microsoft.com/office/officeart/2005/8/layout/vList2"/>
    <dgm:cxn modelId="{A89BD0C6-2278-4876-B4CC-748E29643749}" type="presParOf" srcId="{B7CBAE39-67A8-4A12-B246-720AFD960C63}" destId="{7473193A-6684-4A09-9B50-2BEF161204F5}"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29DA7B-5DBD-4375-87E8-3239A33AE34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A6DB3758-C911-4E3B-B6C4-BCB0B365F732}">
      <dgm:prSet phldrT="[Text]"/>
      <dgm:spPr/>
      <dgm:t>
        <a:bodyPr/>
        <a:lstStyle/>
        <a:p>
          <a:r>
            <a:rPr lang="en-IN" dirty="0"/>
            <a:t>Eavesdropping or monitoring</a:t>
          </a:r>
        </a:p>
      </dgm:t>
    </dgm:pt>
    <dgm:pt modelId="{39C0FBEE-E93A-4FFF-ABE3-13A815757BDD}" type="parTrans" cxnId="{F67CE369-C89E-4745-9837-1B3C1E1EAF06}">
      <dgm:prSet/>
      <dgm:spPr/>
      <dgm:t>
        <a:bodyPr/>
        <a:lstStyle/>
        <a:p>
          <a:endParaRPr lang="en-IN"/>
        </a:p>
      </dgm:t>
    </dgm:pt>
    <dgm:pt modelId="{E71E32C8-13FE-4E0A-B957-D5F39EA268EF}" type="sibTrans" cxnId="{F67CE369-C89E-4745-9837-1B3C1E1EAF06}">
      <dgm:prSet/>
      <dgm:spPr/>
      <dgm:t>
        <a:bodyPr/>
        <a:lstStyle/>
        <a:p>
          <a:endParaRPr lang="en-IN"/>
        </a:p>
      </dgm:t>
    </dgm:pt>
    <dgm:pt modelId="{B261B549-CE7D-4CBB-BB5D-B16B5D9C1353}">
      <dgm:prSet phldrT="[Text]"/>
      <dgm:spPr/>
      <dgm:t>
        <a:bodyPr/>
        <a:lstStyle/>
        <a:p>
          <a:r>
            <a:rPr lang="en-IN"/>
            <a:t>Camouflage Adversaries</a:t>
          </a:r>
          <a:endParaRPr lang="en-IN" dirty="0"/>
        </a:p>
      </dgm:t>
    </dgm:pt>
    <dgm:pt modelId="{EE6B88DC-C0A6-44BA-AAFA-000265CE4291}" type="parTrans" cxnId="{9558C2DE-1568-475B-B52C-7339023DC643}">
      <dgm:prSet/>
      <dgm:spPr/>
      <dgm:t>
        <a:bodyPr/>
        <a:lstStyle/>
        <a:p>
          <a:endParaRPr lang="en-IN"/>
        </a:p>
      </dgm:t>
    </dgm:pt>
    <dgm:pt modelId="{24B45C9C-C68F-4C39-A7A1-5D9195FD397B}" type="sibTrans" cxnId="{9558C2DE-1568-475B-B52C-7339023DC643}">
      <dgm:prSet/>
      <dgm:spPr/>
      <dgm:t>
        <a:bodyPr/>
        <a:lstStyle/>
        <a:p>
          <a:endParaRPr lang="en-IN"/>
        </a:p>
      </dgm:t>
    </dgm:pt>
    <dgm:pt modelId="{54F1CCA4-46C2-4CF1-BFDC-AFAD0013FCA2}">
      <dgm:prSet/>
      <dgm:spPr/>
      <dgm:t>
        <a:bodyPr/>
        <a:lstStyle/>
        <a:p>
          <a:r>
            <a:rPr lang="en-IN"/>
            <a:t>Traffic Analysis</a:t>
          </a:r>
          <a:endParaRPr lang="en-IN" dirty="0"/>
        </a:p>
      </dgm:t>
    </dgm:pt>
    <dgm:pt modelId="{B06AE55A-5B68-49E3-8EF0-5F73F571D24B}" type="parTrans" cxnId="{DC949F40-14A2-4E2B-A012-2CFDAB4539DD}">
      <dgm:prSet/>
      <dgm:spPr/>
      <dgm:t>
        <a:bodyPr/>
        <a:lstStyle/>
        <a:p>
          <a:endParaRPr lang="en-IN"/>
        </a:p>
      </dgm:t>
    </dgm:pt>
    <dgm:pt modelId="{14C7BABE-4801-40C8-BBB2-C0A27BE5FA9D}" type="sibTrans" cxnId="{DC949F40-14A2-4E2B-A012-2CFDAB4539DD}">
      <dgm:prSet/>
      <dgm:spPr/>
      <dgm:t>
        <a:bodyPr/>
        <a:lstStyle/>
        <a:p>
          <a:endParaRPr lang="en-IN"/>
        </a:p>
      </dgm:t>
    </dgm:pt>
    <dgm:pt modelId="{3FBD06F1-22DC-469D-9DE0-C8BFD090B72E}" type="pres">
      <dgm:prSet presAssocID="{4E29DA7B-5DBD-4375-87E8-3239A33AE34C}" presName="linear" presStyleCnt="0">
        <dgm:presLayoutVars>
          <dgm:animLvl val="lvl"/>
          <dgm:resizeHandles val="exact"/>
        </dgm:presLayoutVars>
      </dgm:prSet>
      <dgm:spPr/>
    </dgm:pt>
    <dgm:pt modelId="{68E51497-F00E-42BA-9BD1-FC9884121AC1}" type="pres">
      <dgm:prSet presAssocID="{A6DB3758-C911-4E3B-B6C4-BCB0B365F732}" presName="parentText" presStyleLbl="node1" presStyleIdx="0" presStyleCnt="3">
        <dgm:presLayoutVars>
          <dgm:chMax val="0"/>
          <dgm:bulletEnabled val="1"/>
        </dgm:presLayoutVars>
      </dgm:prSet>
      <dgm:spPr/>
    </dgm:pt>
    <dgm:pt modelId="{DCFC12CB-7AEA-4B77-8980-F89B2C30341A}" type="pres">
      <dgm:prSet presAssocID="{E71E32C8-13FE-4E0A-B957-D5F39EA268EF}" presName="spacer" presStyleCnt="0"/>
      <dgm:spPr/>
    </dgm:pt>
    <dgm:pt modelId="{96411C37-ECE2-4ACD-9C2C-FD09149A6095}" type="pres">
      <dgm:prSet presAssocID="{54F1CCA4-46C2-4CF1-BFDC-AFAD0013FCA2}" presName="parentText" presStyleLbl="node1" presStyleIdx="1" presStyleCnt="3">
        <dgm:presLayoutVars>
          <dgm:chMax val="0"/>
          <dgm:bulletEnabled val="1"/>
        </dgm:presLayoutVars>
      </dgm:prSet>
      <dgm:spPr/>
    </dgm:pt>
    <dgm:pt modelId="{5AC222EB-1B73-4C63-8C32-ADC802636F34}" type="pres">
      <dgm:prSet presAssocID="{14C7BABE-4801-40C8-BBB2-C0A27BE5FA9D}" presName="spacer" presStyleCnt="0"/>
      <dgm:spPr/>
    </dgm:pt>
    <dgm:pt modelId="{97EE9D2D-088D-45D8-A8E9-811E84E550C7}" type="pres">
      <dgm:prSet presAssocID="{B261B549-CE7D-4CBB-BB5D-B16B5D9C1353}" presName="parentText" presStyleLbl="node1" presStyleIdx="2" presStyleCnt="3">
        <dgm:presLayoutVars>
          <dgm:chMax val="0"/>
          <dgm:bulletEnabled val="1"/>
        </dgm:presLayoutVars>
      </dgm:prSet>
      <dgm:spPr/>
    </dgm:pt>
  </dgm:ptLst>
  <dgm:cxnLst>
    <dgm:cxn modelId="{45D3ED12-E66C-4CA7-876D-092D12F155E2}" type="presOf" srcId="{4E29DA7B-5DBD-4375-87E8-3239A33AE34C}" destId="{3FBD06F1-22DC-469D-9DE0-C8BFD090B72E}" srcOrd="0" destOrd="0" presId="urn:microsoft.com/office/officeart/2005/8/layout/vList2"/>
    <dgm:cxn modelId="{7878DB30-FCCA-4836-B94A-86FA891C9FE5}" type="presOf" srcId="{A6DB3758-C911-4E3B-B6C4-BCB0B365F732}" destId="{68E51497-F00E-42BA-9BD1-FC9884121AC1}" srcOrd="0" destOrd="0" presId="urn:microsoft.com/office/officeart/2005/8/layout/vList2"/>
    <dgm:cxn modelId="{DC949F40-14A2-4E2B-A012-2CFDAB4539DD}" srcId="{4E29DA7B-5DBD-4375-87E8-3239A33AE34C}" destId="{54F1CCA4-46C2-4CF1-BFDC-AFAD0013FCA2}" srcOrd="1" destOrd="0" parTransId="{B06AE55A-5B68-49E3-8EF0-5F73F571D24B}" sibTransId="{14C7BABE-4801-40C8-BBB2-C0A27BE5FA9D}"/>
    <dgm:cxn modelId="{5725C069-3AEF-4B84-9050-4925179FCF86}" type="presOf" srcId="{54F1CCA4-46C2-4CF1-BFDC-AFAD0013FCA2}" destId="{96411C37-ECE2-4ACD-9C2C-FD09149A6095}" srcOrd="0" destOrd="0" presId="urn:microsoft.com/office/officeart/2005/8/layout/vList2"/>
    <dgm:cxn modelId="{F67CE369-C89E-4745-9837-1B3C1E1EAF06}" srcId="{4E29DA7B-5DBD-4375-87E8-3239A33AE34C}" destId="{A6DB3758-C911-4E3B-B6C4-BCB0B365F732}" srcOrd="0" destOrd="0" parTransId="{39C0FBEE-E93A-4FFF-ABE3-13A815757BDD}" sibTransId="{E71E32C8-13FE-4E0A-B957-D5F39EA268EF}"/>
    <dgm:cxn modelId="{1DCE21AF-EF89-493E-8142-1706CE4DDBC1}" type="presOf" srcId="{B261B549-CE7D-4CBB-BB5D-B16B5D9C1353}" destId="{97EE9D2D-088D-45D8-A8E9-811E84E550C7}" srcOrd="0" destOrd="0" presId="urn:microsoft.com/office/officeart/2005/8/layout/vList2"/>
    <dgm:cxn modelId="{9558C2DE-1568-475B-B52C-7339023DC643}" srcId="{4E29DA7B-5DBD-4375-87E8-3239A33AE34C}" destId="{B261B549-CE7D-4CBB-BB5D-B16B5D9C1353}" srcOrd="2" destOrd="0" parTransId="{EE6B88DC-C0A6-44BA-AAFA-000265CE4291}" sibTransId="{24B45C9C-C68F-4C39-A7A1-5D9195FD397B}"/>
    <dgm:cxn modelId="{56593C94-B6F5-413E-8BE7-540568B082DA}" type="presParOf" srcId="{3FBD06F1-22DC-469D-9DE0-C8BFD090B72E}" destId="{68E51497-F00E-42BA-9BD1-FC9884121AC1}" srcOrd="0" destOrd="0" presId="urn:microsoft.com/office/officeart/2005/8/layout/vList2"/>
    <dgm:cxn modelId="{0B7257F2-A6D3-4BE2-99D0-DC6A07E55367}" type="presParOf" srcId="{3FBD06F1-22DC-469D-9DE0-C8BFD090B72E}" destId="{DCFC12CB-7AEA-4B77-8980-F89B2C30341A}" srcOrd="1" destOrd="0" presId="urn:microsoft.com/office/officeart/2005/8/layout/vList2"/>
    <dgm:cxn modelId="{85172DAE-E80E-48D8-A7D4-F4D7B4ED85BB}" type="presParOf" srcId="{3FBD06F1-22DC-469D-9DE0-C8BFD090B72E}" destId="{96411C37-ECE2-4ACD-9C2C-FD09149A6095}" srcOrd="2" destOrd="0" presId="urn:microsoft.com/office/officeart/2005/8/layout/vList2"/>
    <dgm:cxn modelId="{C553A811-DC62-4AA2-B106-3E3D2CEE8D32}" type="presParOf" srcId="{3FBD06F1-22DC-469D-9DE0-C8BFD090B72E}" destId="{5AC222EB-1B73-4C63-8C32-ADC802636F34}" srcOrd="3" destOrd="0" presId="urn:microsoft.com/office/officeart/2005/8/layout/vList2"/>
    <dgm:cxn modelId="{7BEF8B3E-23D5-4379-BFDE-2A999299DECA}" type="presParOf" srcId="{3FBD06F1-22DC-469D-9DE0-C8BFD090B72E}" destId="{97EE9D2D-088D-45D8-A8E9-811E84E550C7}"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BE3D28B-3659-47F9-B8C1-2D56631B937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98C53CB2-6693-4B40-B463-6C54FFCCFC55}">
      <dgm:prSet phldrT="[Text]"/>
      <dgm:spPr/>
      <dgm:t>
        <a:bodyPr/>
        <a:lstStyle/>
        <a:p>
          <a:r>
            <a:rPr lang="en-IN" dirty="0"/>
            <a:t>1.SYN Flooding</a:t>
          </a:r>
        </a:p>
      </dgm:t>
    </dgm:pt>
    <dgm:pt modelId="{DB1768AC-38E2-4A4B-B57A-D6966C7327CF}" type="parTrans" cxnId="{98E2FFF8-90E7-4A07-93EE-C863D2C0A814}">
      <dgm:prSet/>
      <dgm:spPr/>
      <dgm:t>
        <a:bodyPr/>
        <a:lstStyle/>
        <a:p>
          <a:endParaRPr lang="en-IN"/>
        </a:p>
      </dgm:t>
    </dgm:pt>
    <dgm:pt modelId="{C2F4C7DC-DD5A-41A4-86B7-20902FBB0EA1}" type="sibTrans" cxnId="{98E2FFF8-90E7-4A07-93EE-C863D2C0A814}">
      <dgm:prSet/>
      <dgm:spPr/>
      <dgm:t>
        <a:bodyPr/>
        <a:lstStyle/>
        <a:p>
          <a:endParaRPr lang="en-IN"/>
        </a:p>
      </dgm:t>
    </dgm:pt>
    <dgm:pt modelId="{3080E575-D11C-4C01-88E4-A170C5BDB6EE}">
      <dgm:prSet phldrT="[Text]"/>
      <dgm:spPr/>
      <dgm:t>
        <a:bodyPr/>
        <a:lstStyle/>
        <a:p>
          <a:r>
            <a:rPr lang="en-IN" dirty="0"/>
            <a:t>2.Ping of Death</a:t>
          </a:r>
        </a:p>
      </dgm:t>
    </dgm:pt>
    <dgm:pt modelId="{7491BA42-3AAD-499B-86BC-B1A4407DC57E}" type="parTrans" cxnId="{5AF2ABAB-2BAC-4C49-9814-17429E4AB6D8}">
      <dgm:prSet/>
      <dgm:spPr/>
      <dgm:t>
        <a:bodyPr/>
        <a:lstStyle/>
        <a:p>
          <a:endParaRPr lang="en-IN"/>
        </a:p>
      </dgm:t>
    </dgm:pt>
    <dgm:pt modelId="{7578543F-F1E8-49BC-88FC-6BC0B799A73C}" type="sibTrans" cxnId="{5AF2ABAB-2BAC-4C49-9814-17429E4AB6D8}">
      <dgm:prSet/>
      <dgm:spPr/>
      <dgm:t>
        <a:bodyPr/>
        <a:lstStyle/>
        <a:p>
          <a:endParaRPr lang="en-IN"/>
        </a:p>
      </dgm:t>
    </dgm:pt>
    <dgm:pt modelId="{25F3736E-90C7-4E7B-8868-848F1A971921}">
      <dgm:prSet phldrT="[Text]"/>
      <dgm:spPr/>
      <dgm:t>
        <a:bodyPr/>
        <a:lstStyle/>
        <a:p>
          <a:r>
            <a:rPr lang="en-IN" dirty="0"/>
            <a:t>4.Amplification Attacks</a:t>
          </a:r>
          <a:r>
            <a:rPr lang="en-IN" b="1" dirty="0">
              <a:solidFill>
                <a:srgbClr val="333333"/>
              </a:solidFill>
              <a:latin typeface="Source Sans Pro" panose="020B0503030403020204" pitchFamily="34" charset="0"/>
            </a:rPr>
            <a:t> </a:t>
          </a:r>
          <a:endParaRPr lang="en-IN" dirty="0"/>
        </a:p>
      </dgm:t>
    </dgm:pt>
    <dgm:pt modelId="{907CBC61-5005-43E5-8F53-34D1F9FFAC69}" type="parTrans" cxnId="{A10C1267-6A60-4F69-A776-D65D1B939779}">
      <dgm:prSet/>
      <dgm:spPr/>
      <dgm:t>
        <a:bodyPr/>
        <a:lstStyle/>
        <a:p>
          <a:endParaRPr lang="en-IN"/>
        </a:p>
      </dgm:t>
    </dgm:pt>
    <dgm:pt modelId="{B61E7CEF-4DB3-4893-AC2D-467EECE9179A}" type="sibTrans" cxnId="{A10C1267-6A60-4F69-A776-D65D1B939779}">
      <dgm:prSet/>
      <dgm:spPr/>
      <dgm:t>
        <a:bodyPr/>
        <a:lstStyle/>
        <a:p>
          <a:endParaRPr lang="en-IN"/>
        </a:p>
      </dgm:t>
    </dgm:pt>
    <dgm:pt modelId="{EEA7746D-D878-4BE8-93BD-669B4DBA43E4}">
      <dgm:prSet phldrT="[Text]"/>
      <dgm:spPr/>
      <dgm:t>
        <a:bodyPr/>
        <a:lstStyle/>
        <a:p>
          <a:r>
            <a:rPr lang="en-IN" dirty="0"/>
            <a:t>3.Ping Flooding</a:t>
          </a:r>
        </a:p>
      </dgm:t>
    </dgm:pt>
    <dgm:pt modelId="{FE26A789-9642-4E27-B51C-E84E55522E12}" type="parTrans" cxnId="{6380709A-3389-4A50-AC92-0A1D41D2E8C2}">
      <dgm:prSet/>
      <dgm:spPr/>
      <dgm:t>
        <a:bodyPr/>
        <a:lstStyle/>
        <a:p>
          <a:endParaRPr lang="en-IN"/>
        </a:p>
      </dgm:t>
    </dgm:pt>
    <dgm:pt modelId="{A790C6B1-C98B-4294-88BC-5805BD6C7536}" type="sibTrans" cxnId="{6380709A-3389-4A50-AC92-0A1D41D2E8C2}">
      <dgm:prSet/>
      <dgm:spPr/>
      <dgm:t>
        <a:bodyPr/>
        <a:lstStyle/>
        <a:p>
          <a:endParaRPr lang="en-IN"/>
        </a:p>
      </dgm:t>
    </dgm:pt>
    <dgm:pt modelId="{C2AE1A9D-93C7-4EFD-A6BA-288B77011DC6}">
      <dgm:prSet phldrT="[Text]"/>
      <dgm:spPr/>
      <dgm:t>
        <a:bodyPr/>
        <a:lstStyle/>
        <a:p>
          <a:r>
            <a:rPr lang="en-IN" dirty="0"/>
            <a:t>Smurf Attacks</a:t>
          </a:r>
        </a:p>
      </dgm:t>
    </dgm:pt>
    <dgm:pt modelId="{CFFD555A-7283-431E-B91E-8CF7479FD31D}" type="parTrans" cxnId="{DAECECBA-70EB-4F81-92C6-631D88B6353F}">
      <dgm:prSet/>
      <dgm:spPr/>
      <dgm:t>
        <a:bodyPr/>
        <a:lstStyle/>
        <a:p>
          <a:endParaRPr lang="en-IN"/>
        </a:p>
      </dgm:t>
    </dgm:pt>
    <dgm:pt modelId="{E4DEBFB8-8F92-45F9-B3EE-FE191569F4AF}" type="sibTrans" cxnId="{DAECECBA-70EB-4F81-92C6-631D88B6353F}">
      <dgm:prSet/>
      <dgm:spPr/>
      <dgm:t>
        <a:bodyPr/>
        <a:lstStyle/>
        <a:p>
          <a:endParaRPr lang="en-IN"/>
        </a:p>
      </dgm:t>
    </dgm:pt>
    <dgm:pt modelId="{ADE0B63E-FC8C-453E-9D50-64A391DAA861}" type="pres">
      <dgm:prSet presAssocID="{ABE3D28B-3659-47F9-B8C1-2D56631B9379}" presName="linear" presStyleCnt="0">
        <dgm:presLayoutVars>
          <dgm:animLvl val="lvl"/>
          <dgm:resizeHandles val="exact"/>
        </dgm:presLayoutVars>
      </dgm:prSet>
      <dgm:spPr/>
    </dgm:pt>
    <dgm:pt modelId="{2C17BBF2-1D51-4949-98A1-010D5E1CE282}" type="pres">
      <dgm:prSet presAssocID="{98C53CB2-6693-4B40-B463-6C54FFCCFC55}" presName="parentText" presStyleLbl="node1" presStyleIdx="0" presStyleCnt="4">
        <dgm:presLayoutVars>
          <dgm:chMax val="0"/>
          <dgm:bulletEnabled val="1"/>
        </dgm:presLayoutVars>
      </dgm:prSet>
      <dgm:spPr/>
    </dgm:pt>
    <dgm:pt modelId="{CF990F2C-BF2F-4120-8F30-C1D760EB16AD}" type="pres">
      <dgm:prSet presAssocID="{C2F4C7DC-DD5A-41A4-86B7-20902FBB0EA1}" presName="spacer" presStyleCnt="0"/>
      <dgm:spPr/>
    </dgm:pt>
    <dgm:pt modelId="{0F307EF4-30C8-4530-8CF6-C4742466DB48}" type="pres">
      <dgm:prSet presAssocID="{3080E575-D11C-4C01-88E4-A170C5BDB6EE}" presName="parentText" presStyleLbl="node1" presStyleIdx="1" presStyleCnt="4">
        <dgm:presLayoutVars>
          <dgm:chMax val="0"/>
          <dgm:bulletEnabled val="1"/>
        </dgm:presLayoutVars>
      </dgm:prSet>
      <dgm:spPr/>
    </dgm:pt>
    <dgm:pt modelId="{B51A0869-CB65-410D-8A52-3BDD6BACAF5D}" type="pres">
      <dgm:prSet presAssocID="{7578543F-F1E8-49BC-88FC-6BC0B799A73C}" presName="spacer" presStyleCnt="0"/>
      <dgm:spPr/>
    </dgm:pt>
    <dgm:pt modelId="{099AF39A-2EC9-4E02-9040-985330A55FA9}" type="pres">
      <dgm:prSet presAssocID="{EEA7746D-D878-4BE8-93BD-669B4DBA43E4}" presName="parentText" presStyleLbl="node1" presStyleIdx="2" presStyleCnt="4">
        <dgm:presLayoutVars>
          <dgm:chMax val="0"/>
          <dgm:bulletEnabled val="1"/>
        </dgm:presLayoutVars>
      </dgm:prSet>
      <dgm:spPr/>
    </dgm:pt>
    <dgm:pt modelId="{3CE4104E-8D96-4F1B-8941-FEBFD3A3F263}" type="pres">
      <dgm:prSet presAssocID="{A790C6B1-C98B-4294-88BC-5805BD6C7536}" presName="spacer" presStyleCnt="0"/>
      <dgm:spPr/>
    </dgm:pt>
    <dgm:pt modelId="{1852991B-7C17-4747-B43C-D9EB43C57F9E}" type="pres">
      <dgm:prSet presAssocID="{25F3736E-90C7-4E7B-8868-848F1A971921}" presName="parentText" presStyleLbl="node1" presStyleIdx="3" presStyleCnt="4">
        <dgm:presLayoutVars>
          <dgm:chMax val="0"/>
          <dgm:bulletEnabled val="1"/>
        </dgm:presLayoutVars>
      </dgm:prSet>
      <dgm:spPr/>
    </dgm:pt>
    <dgm:pt modelId="{A38479E0-459A-4F57-B4E4-FB7493686273}" type="pres">
      <dgm:prSet presAssocID="{25F3736E-90C7-4E7B-8868-848F1A971921}" presName="childText" presStyleLbl="revTx" presStyleIdx="0" presStyleCnt="1">
        <dgm:presLayoutVars>
          <dgm:bulletEnabled val="1"/>
        </dgm:presLayoutVars>
      </dgm:prSet>
      <dgm:spPr/>
    </dgm:pt>
  </dgm:ptLst>
  <dgm:cxnLst>
    <dgm:cxn modelId="{23568E34-8B5D-4E25-B2DB-10E600562858}" type="presOf" srcId="{98C53CB2-6693-4B40-B463-6C54FFCCFC55}" destId="{2C17BBF2-1D51-4949-98A1-010D5E1CE282}" srcOrd="0" destOrd="0" presId="urn:microsoft.com/office/officeart/2005/8/layout/vList2"/>
    <dgm:cxn modelId="{A10C1267-6A60-4F69-A776-D65D1B939779}" srcId="{ABE3D28B-3659-47F9-B8C1-2D56631B9379}" destId="{25F3736E-90C7-4E7B-8868-848F1A971921}" srcOrd="3" destOrd="0" parTransId="{907CBC61-5005-43E5-8F53-34D1F9FFAC69}" sibTransId="{B61E7CEF-4DB3-4893-AC2D-467EECE9179A}"/>
    <dgm:cxn modelId="{30341F6C-3AA3-4C8B-8DE4-AECE7ACFE782}" type="presOf" srcId="{C2AE1A9D-93C7-4EFD-A6BA-288B77011DC6}" destId="{A38479E0-459A-4F57-B4E4-FB7493686273}" srcOrd="0" destOrd="0" presId="urn:microsoft.com/office/officeart/2005/8/layout/vList2"/>
    <dgm:cxn modelId="{6380709A-3389-4A50-AC92-0A1D41D2E8C2}" srcId="{ABE3D28B-3659-47F9-B8C1-2D56631B9379}" destId="{EEA7746D-D878-4BE8-93BD-669B4DBA43E4}" srcOrd="2" destOrd="0" parTransId="{FE26A789-9642-4E27-B51C-E84E55522E12}" sibTransId="{A790C6B1-C98B-4294-88BC-5805BD6C7536}"/>
    <dgm:cxn modelId="{8C8C2AA7-9734-4DA4-997D-ACC143509047}" type="presOf" srcId="{ABE3D28B-3659-47F9-B8C1-2D56631B9379}" destId="{ADE0B63E-FC8C-453E-9D50-64A391DAA861}" srcOrd="0" destOrd="0" presId="urn:microsoft.com/office/officeart/2005/8/layout/vList2"/>
    <dgm:cxn modelId="{5AF2ABAB-2BAC-4C49-9814-17429E4AB6D8}" srcId="{ABE3D28B-3659-47F9-B8C1-2D56631B9379}" destId="{3080E575-D11C-4C01-88E4-A170C5BDB6EE}" srcOrd="1" destOrd="0" parTransId="{7491BA42-3AAD-499B-86BC-B1A4407DC57E}" sibTransId="{7578543F-F1E8-49BC-88FC-6BC0B799A73C}"/>
    <dgm:cxn modelId="{0B8450B2-C023-4A80-9B01-ECA28379F53B}" type="presOf" srcId="{3080E575-D11C-4C01-88E4-A170C5BDB6EE}" destId="{0F307EF4-30C8-4530-8CF6-C4742466DB48}" srcOrd="0" destOrd="0" presId="urn:microsoft.com/office/officeart/2005/8/layout/vList2"/>
    <dgm:cxn modelId="{DAECECBA-70EB-4F81-92C6-631D88B6353F}" srcId="{25F3736E-90C7-4E7B-8868-848F1A971921}" destId="{C2AE1A9D-93C7-4EFD-A6BA-288B77011DC6}" srcOrd="0" destOrd="0" parTransId="{CFFD555A-7283-431E-B91E-8CF7479FD31D}" sibTransId="{E4DEBFB8-8F92-45F9-B3EE-FE191569F4AF}"/>
    <dgm:cxn modelId="{C098B1D6-7BE0-44DB-AB28-4DF4E3C68008}" type="presOf" srcId="{25F3736E-90C7-4E7B-8868-848F1A971921}" destId="{1852991B-7C17-4747-B43C-D9EB43C57F9E}" srcOrd="0" destOrd="0" presId="urn:microsoft.com/office/officeart/2005/8/layout/vList2"/>
    <dgm:cxn modelId="{27CDE3E1-EDD9-4CBF-983C-9C0869C5DE5E}" type="presOf" srcId="{EEA7746D-D878-4BE8-93BD-669B4DBA43E4}" destId="{099AF39A-2EC9-4E02-9040-985330A55FA9}" srcOrd="0" destOrd="0" presId="urn:microsoft.com/office/officeart/2005/8/layout/vList2"/>
    <dgm:cxn modelId="{98E2FFF8-90E7-4A07-93EE-C863D2C0A814}" srcId="{ABE3D28B-3659-47F9-B8C1-2D56631B9379}" destId="{98C53CB2-6693-4B40-B463-6C54FFCCFC55}" srcOrd="0" destOrd="0" parTransId="{DB1768AC-38E2-4A4B-B57A-D6966C7327CF}" sibTransId="{C2F4C7DC-DD5A-41A4-86B7-20902FBB0EA1}"/>
    <dgm:cxn modelId="{BB0DA872-62D2-4533-9D3A-1B00D9BD3848}" type="presParOf" srcId="{ADE0B63E-FC8C-453E-9D50-64A391DAA861}" destId="{2C17BBF2-1D51-4949-98A1-010D5E1CE282}" srcOrd="0" destOrd="0" presId="urn:microsoft.com/office/officeart/2005/8/layout/vList2"/>
    <dgm:cxn modelId="{9C819FDE-535C-4CD3-BD8D-953292349BD1}" type="presParOf" srcId="{ADE0B63E-FC8C-453E-9D50-64A391DAA861}" destId="{CF990F2C-BF2F-4120-8F30-C1D760EB16AD}" srcOrd="1" destOrd="0" presId="urn:microsoft.com/office/officeart/2005/8/layout/vList2"/>
    <dgm:cxn modelId="{EED573F8-C3BE-4336-A494-DB151C140190}" type="presParOf" srcId="{ADE0B63E-FC8C-453E-9D50-64A391DAA861}" destId="{0F307EF4-30C8-4530-8CF6-C4742466DB48}" srcOrd="2" destOrd="0" presId="urn:microsoft.com/office/officeart/2005/8/layout/vList2"/>
    <dgm:cxn modelId="{E406289C-F6D2-402A-BBFD-092B9C26131E}" type="presParOf" srcId="{ADE0B63E-FC8C-453E-9D50-64A391DAA861}" destId="{B51A0869-CB65-410D-8A52-3BDD6BACAF5D}" srcOrd="3" destOrd="0" presId="urn:microsoft.com/office/officeart/2005/8/layout/vList2"/>
    <dgm:cxn modelId="{99F1B8F8-29C8-4463-B277-E7425C41A1A2}" type="presParOf" srcId="{ADE0B63E-FC8C-453E-9D50-64A391DAA861}" destId="{099AF39A-2EC9-4E02-9040-985330A55FA9}" srcOrd="4" destOrd="0" presId="urn:microsoft.com/office/officeart/2005/8/layout/vList2"/>
    <dgm:cxn modelId="{FFD8226B-A10E-4AAC-8E43-0845BEA6E66E}" type="presParOf" srcId="{ADE0B63E-FC8C-453E-9D50-64A391DAA861}" destId="{3CE4104E-8D96-4F1B-8941-FEBFD3A3F263}" srcOrd="5" destOrd="0" presId="urn:microsoft.com/office/officeart/2005/8/layout/vList2"/>
    <dgm:cxn modelId="{AE3B2962-A913-4CEC-85EB-0371AA0B3ED7}" type="presParOf" srcId="{ADE0B63E-FC8C-453E-9D50-64A391DAA861}" destId="{1852991B-7C17-4747-B43C-D9EB43C57F9E}" srcOrd="6" destOrd="0" presId="urn:microsoft.com/office/officeart/2005/8/layout/vList2"/>
    <dgm:cxn modelId="{7EE2B31C-1541-4082-BE2F-29E0F103F146}" type="presParOf" srcId="{ADE0B63E-FC8C-453E-9D50-64A391DAA861}" destId="{A38479E0-459A-4F57-B4E4-FB7493686273}"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DDDB704-96DE-44E4-A672-22C446E17994}"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IN"/>
        </a:p>
      </dgm:t>
    </dgm:pt>
    <dgm:pt modelId="{F5542C3B-A37F-4AD8-A531-BD684C127C98}">
      <dgm:prSet phldrT="[Text]"/>
      <dgm:spPr/>
      <dgm:t>
        <a:bodyPr/>
        <a:lstStyle/>
        <a:p>
          <a:r>
            <a:rPr lang="en-IN" dirty="0"/>
            <a:t>Security Attacks</a:t>
          </a:r>
        </a:p>
      </dgm:t>
    </dgm:pt>
    <dgm:pt modelId="{6AE312FF-6F43-4949-8F69-19DDA6CDCA44}" type="parTrans" cxnId="{F89451D0-0BCF-43D5-8777-82D4FC0361EB}">
      <dgm:prSet/>
      <dgm:spPr/>
      <dgm:t>
        <a:bodyPr/>
        <a:lstStyle/>
        <a:p>
          <a:endParaRPr lang="en-IN"/>
        </a:p>
      </dgm:t>
    </dgm:pt>
    <dgm:pt modelId="{299E9BA7-C9B8-4199-8098-23340D43D5B4}" type="sibTrans" cxnId="{F89451D0-0BCF-43D5-8777-82D4FC0361EB}">
      <dgm:prSet/>
      <dgm:spPr/>
      <dgm:t>
        <a:bodyPr/>
        <a:lstStyle/>
        <a:p>
          <a:endParaRPr lang="en-IN"/>
        </a:p>
      </dgm:t>
    </dgm:pt>
    <dgm:pt modelId="{060B0D27-91B2-48FE-BBE5-529D433B6E27}">
      <dgm:prSet phldrT="[Text]"/>
      <dgm:spPr/>
      <dgm:t>
        <a:bodyPr/>
        <a:lstStyle/>
        <a:p>
          <a:r>
            <a:rPr lang="en-IN" dirty="0"/>
            <a:t>Passive </a:t>
          </a:r>
        </a:p>
      </dgm:t>
    </dgm:pt>
    <dgm:pt modelId="{E31B45D6-4262-45E7-8880-73F2930C8BE9}" type="parTrans" cxnId="{AA499F92-3997-4CCF-9AAE-4B13479E3428}">
      <dgm:prSet/>
      <dgm:spPr/>
      <dgm:t>
        <a:bodyPr/>
        <a:lstStyle/>
        <a:p>
          <a:endParaRPr lang="en-IN"/>
        </a:p>
      </dgm:t>
    </dgm:pt>
    <dgm:pt modelId="{12B05413-1019-4E57-98E7-201006FEC345}" type="sibTrans" cxnId="{AA499F92-3997-4CCF-9AAE-4B13479E3428}">
      <dgm:prSet/>
      <dgm:spPr/>
      <dgm:t>
        <a:bodyPr/>
        <a:lstStyle/>
        <a:p>
          <a:endParaRPr lang="en-IN"/>
        </a:p>
      </dgm:t>
    </dgm:pt>
    <dgm:pt modelId="{BCC86848-89D6-4A98-8DB2-87D5F9E6CA2F}">
      <dgm:prSet phldrT="[Text]"/>
      <dgm:spPr/>
      <dgm:t>
        <a:bodyPr/>
        <a:lstStyle/>
        <a:p>
          <a:r>
            <a:rPr lang="en-IN" dirty="0"/>
            <a:t>Active</a:t>
          </a:r>
        </a:p>
      </dgm:t>
    </dgm:pt>
    <dgm:pt modelId="{95816C21-5F06-405E-B1DB-D5B8BD4C3BBC}" type="parTrans" cxnId="{F7AC3B71-003C-473A-BE2E-8F0944E14FFA}">
      <dgm:prSet/>
      <dgm:spPr/>
      <dgm:t>
        <a:bodyPr/>
        <a:lstStyle/>
        <a:p>
          <a:endParaRPr lang="en-IN"/>
        </a:p>
      </dgm:t>
    </dgm:pt>
    <dgm:pt modelId="{DFB45E20-889C-4298-9718-E490A375EE53}" type="sibTrans" cxnId="{F7AC3B71-003C-473A-BE2E-8F0944E14FFA}">
      <dgm:prSet/>
      <dgm:spPr/>
      <dgm:t>
        <a:bodyPr/>
        <a:lstStyle/>
        <a:p>
          <a:endParaRPr lang="en-IN"/>
        </a:p>
      </dgm:t>
    </dgm:pt>
    <dgm:pt modelId="{5250441E-FA2B-40CB-B79D-1D6E29819DBF}">
      <dgm:prSet phldrT="[Text]"/>
      <dgm:spPr/>
      <dgm:t>
        <a:bodyPr/>
        <a:lstStyle/>
        <a:p>
          <a:r>
            <a:rPr lang="en-IN" dirty="0"/>
            <a:t>Eavesdropping</a:t>
          </a:r>
        </a:p>
      </dgm:t>
    </dgm:pt>
    <dgm:pt modelId="{03C54766-6735-49DD-95A0-59A123FA454E}" type="parTrans" cxnId="{1000B912-3732-45FC-B5B7-6FA42EA81D68}">
      <dgm:prSet/>
      <dgm:spPr/>
      <dgm:t>
        <a:bodyPr/>
        <a:lstStyle/>
        <a:p>
          <a:endParaRPr lang="en-IN"/>
        </a:p>
      </dgm:t>
    </dgm:pt>
    <dgm:pt modelId="{4C63CE2A-6968-4F75-9B27-708A0219AD82}" type="sibTrans" cxnId="{1000B912-3732-45FC-B5B7-6FA42EA81D68}">
      <dgm:prSet/>
      <dgm:spPr/>
      <dgm:t>
        <a:bodyPr/>
        <a:lstStyle/>
        <a:p>
          <a:endParaRPr lang="en-IN"/>
        </a:p>
      </dgm:t>
    </dgm:pt>
    <dgm:pt modelId="{73D53AFD-71B0-4AD7-BE33-CAF8B4080409}">
      <dgm:prSet phldrT="[Text]"/>
      <dgm:spPr/>
      <dgm:t>
        <a:bodyPr/>
        <a:lstStyle/>
        <a:p>
          <a:r>
            <a:rPr lang="en-IN" dirty="0"/>
            <a:t>Traffic Analysis</a:t>
          </a:r>
        </a:p>
      </dgm:t>
    </dgm:pt>
    <dgm:pt modelId="{34B03613-D2F9-402C-A0E1-4DF51EF7A5EE}" type="parTrans" cxnId="{3A5DC970-C80B-4652-B767-B74D6492CB8E}">
      <dgm:prSet/>
      <dgm:spPr/>
      <dgm:t>
        <a:bodyPr/>
        <a:lstStyle/>
        <a:p>
          <a:endParaRPr lang="en-IN"/>
        </a:p>
      </dgm:t>
    </dgm:pt>
    <dgm:pt modelId="{5C902257-AFE8-47AD-81A7-7BE9EBC2E81C}" type="sibTrans" cxnId="{3A5DC970-C80B-4652-B767-B74D6492CB8E}">
      <dgm:prSet/>
      <dgm:spPr/>
      <dgm:t>
        <a:bodyPr/>
        <a:lstStyle/>
        <a:p>
          <a:endParaRPr lang="en-IN"/>
        </a:p>
      </dgm:t>
    </dgm:pt>
    <dgm:pt modelId="{5000C837-3A31-4F18-914C-6D830B7AB957}">
      <dgm:prSet phldrT="[Text]"/>
      <dgm:spPr/>
      <dgm:t>
        <a:bodyPr/>
        <a:lstStyle/>
        <a:p>
          <a:r>
            <a:rPr lang="en-IN" dirty="0" err="1"/>
            <a:t>Camouflauge</a:t>
          </a:r>
          <a:r>
            <a:rPr lang="en-IN" dirty="0"/>
            <a:t> Adversaries</a:t>
          </a:r>
        </a:p>
      </dgm:t>
    </dgm:pt>
    <dgm:pt modelId="{97C288D7-DC2E-46A8-9170-26FEADD8902D}" type="parTrans" cxnId="{C033FBFC-7916-49F1-B193-E4DC952CF8F6}">
      <dgm:prSet/>
      <dgm:spPr/>
      <dgm:t>
        <a:bodyPr/>
        <a:lstStyle/>
        <a:p>
          <a:endParaRPr lang="en-IN"/>
        </a:p>
      </dgm:t>
    </dgm:pt>
    <dgm:pt modelId="{4C3F1874-3236-4667-BF09-897A90CBBD58}" type="sibTrans" cxnId="{C033FBFC-7916-49F1-B193-E4DC952CF8F6}">
      <dgm:prSet/>
      <dgm:spPr/>
      <dgm:t>
        <a:bodyPr/>
        <a:lstStyle/>
        <a:p>
          <a:endParaRPr lang="en-IN"/>
        </a:p>
      </dgm:t>
    </dgm:pt>
    <dgm:pt modelId="{D49F7612-F108-4D4B-B2BB-1403AF63C7F2}">
      <dgm:prSet phldrT="[Text]"/>
      <dgm:spPr/>
      <dgm:t>
        <a:bodyPr/>
        <a:lstStyle/>
        <a:p>
          <a:r>
            <a:rPr lang="en-IN" dirty="0"/>
            <a:t>DoS and </a:t>
          </a:r>
          <a:r>
            <a:rPr lang="en-IN" dirty="0" err="1"/>
            <a:t>Ddos</a:t>
          </a:r>
          <a:r>
            <a:rPr lang="en-IN" dirty="0"/>
            <a:t> Attack</a:t>
          </a:r>
        </a:p>
      </dgm:t>
    </dgm:pt>
    <dgm:pt modelId="{17CD9C9D-802A-4715-A962-F891276D4E2D}" type="parTrans" cxnId="{ED489720-6DB6-4DC1-9B44-400141FCE815}">
      <dgm:prSet/>
      <dgm:spPr/>
      <dgm:t>
        <a:bodyPr/>
        <a:lstStyle/>
        <a:p>
          <a:endParaRPr lang="en-IN"/>
        </a:p>
      </dgm:t>
    </dgm:pt>
    <dgm:pt modelId="{70143105-8A14-4265-97D0-396EF4136BC4}" type="sibTrans" cxnId="{ED489720-6DB6-4DC1-9B44-400141FCE815}">
      <dgm:prSet/>
      <dgm:spPr/>
      <dgm:t>
        <a:bodyPr/>
        <a:lstStyle/>
        <a:p>
          <a:endParaRPr lang="en-IN"/>
        </a:p>
      </dgm:t>
    </dgm:pt>
    <dgm:pt modelId="{C664EC7B-B197-43C1-8856-8CBBC476C848}">
      <dgm:prSet phldrT="[Text]"/>
      <dgm:spPr/>
      <dgm:t>
        <a:bodyPr/>
        <a:lstStyle/>
        <a:p>
          <a:r>
            <a:rPr lang="en-IN" dirty="0"/>
            <a:t>SYN Flooding</a:t>
          </a:r>
        </a:p>
      </dgm:t>
    </dgm:pt>
    <dgm:pt modelId="{26FB9384-4839-4A0F-8957-A8A52488FADB}" type="parTrans" cxnId="{6A5A9A5E-B8BD-4DDC-A7E9-CC7C72E719AC}">
      <dgm:prSet/>
      <dgm:spPr/>
      <dgm:t>
        <a:bodyPr/>
        <a:lstStyle/>
        <a:p>
          <a:endParaRPr lang="en-IN"/>
        </a:p>
      </dgm:t>
    </dgm:pt>
    <dgm:pt modelId="{8D8ABFF3-7C3A-4431-803B-E9B7CF28FD84}" type="sibTrans" cxnId="{6A5A9A5E-B8BD-4DDC-A7E9-CC7C72E719AC}">
      <dgm:prSet/>
      <dgm:spPr/>
      <dgm:t>
        <a:bodyPr/>
        <a:lstStyle/>
        <a:p>
          <a:endParaRPr lang="en-IN"/>
        </a:p>
      </dgm:t>
    </dgm:pt>
    <dgm:pt modelId="{EA7892FF-B376-4F56-A30D-D577A2238BAD}">
      <dgm:prSet phldrT="[Text]"/>
      <dgm:spPr/>
      <dgm:t>
        <a:bodyPr/>
        <a:lstStyle/>
        <a:p>
          <a:r>
            <a:rPr lang="en-IN" dirty="0"/>
            <a:t>Ping the Death</a:t>
          </a:r>
        </a:p>
      </dgm:t>
    </dgm:pt>
    <dgm:pt modelId="{1611E1B1-AFB4-49A7-A281-488CB3FF3F7E}" type="parTrans" cxnId="{266BD7F8-D3DA-4F3A-A44B-1BD1D2A5AEB2}">
      <dgm:prSet/>
      <dgm:spPr/>
      <dgm:t>
        <a:bodyPr/>
        <a:lstStyle/>
        <a:p>
          <a:endParaRPr lang="en-IN"/>
        </a:p>
      </dgm:t>
    </dgm:pt>
    <dgm:pt modelId="{8612269E-928B-4A5A-B80C-B811D06238B3}" type="sibTrans" cxnId="{266BD7F8-D3DA-4F3A-A44B-1BD1D2A5AEB2}">
      <dgm:prSet/>
      <dgm:spPr/>
      <dgm:t>
        <a:bodyPr/>
        <a:lstStyle/>
        <a:p>
          <a:endParaRPr lang="en-IN"/>
        </a:p>
      </dgm:t>
    </dgm:pt>
    <dgm:pt modelId="{6712EA5F-A5CB-473B-BC37-73D5D8E19E97}">
      <dgm:prSet phldrT="[Text]"/>
      <dgm:spPr/>
      <dgm:t>
        <a:bodyPr/>
        <a:lstStyle/>
        <a:p>
          <a:r>
            <a:rPr lang="en-IN" dirty="0"/>
            <a:t>Ping Flooding</a:t>
          </a:r>
        </a:p>
      </dgm:t>
    </dgm:pt>
    <dgm:pt modelId="{898A4CF7-6685-44E7-9A2A-6000DF3DEE50}" type="parTrans" cxnId="{663B3A8B-8525-43B8-BDE0-0AA84FE50786}">
      <dgm:prSet/>
      <dgm:spPr/>
      <dgm:t>
        <a:bodyPr/>
        <a:lstStyle/>
        <a:p>
          <a:endParaRPr lang="en-IN"/>
        </a:p>
      </dgm:t>
    </dgm:pt>
    <dgm:pt modelId="{2B529B0B-4DEE-4EA3-A4C7-EE7E0554EFA5}" type="sibTrans" cxnId="{663B3A8B-8525-43B8-BDE0-0AA84FE50786}">
      <dgm:prSet/>
      <dgm:spPr/>
      <dgm:t>
        <a:bodyPr/>
        <a:lstStyle/>
        <a:p>
          <a:endParaRPr lang="en-IN"/>
        </a:p>
      </dgm:t>
    </dgm:pt>
    <dgm:pt modelId="{1B4E3572-BD2E-42AC-83F6-D6AE70828B51}">
      <dgm:prSet phldrT="[Text]"/>
      <dgm:spPr/>
      <dgm:t>
        <a:bodyPr/>
        <a:lstStyle/>
        <a:p>
          <a:r>
            <a:rPr lang="en-IN" dirty="0"/>
            <a:t>Amplification , Smurf</a:t>
          </a:r>
        </a:p>
      </dgm:t>
    </dgm:pt>
    <dgm:pt modelId="{FF4C6FC5-F691-4F0F-B80E-7293AC684586}" type="parTrans" cxnId="{A368CE3B-A7C5-4B20-83FD-D4CA410D499C}">
      <dgm:prSet/>
      <dgm:spPr/>
      <dgm:t>
        <a:bodyPr/>
        <a:lstStyle/>
        <a:p>
          <a:endParaRPr lang="en-IN"/>
        </a:p>
      </dgm:t>
    </dgm:pt>
    <dgm:pt modelId="{00EE857C-2FF3-483D-A4C9-A9CAB1DBE6C6}" type="sibTrans" cxnId="{A368CE3B-A7C5-4B20-83FD-D4CA410D499C}">
      <dgm:prSet/>
      <dgm:spPr/>
      <dgm:t>
        <a:bodyPr/>
        <a:lstStyle/>
        <a:p>
          <a:endParaRPr lang="en-IN"/>
        </a:p>
      </dgm:t>
    </dgm:pt>
    <dgm:pt modelId="{E3C71613-CE56-42FB-A03F-AF78F022F3B4}">
      <dgm:prSet phldrT="[Text]"/>
      <dgm:spPr/>
      <dgm:t>
        <a:bodyPr/>
        <a:lstStyle/>
        <a:p>
          <a:r>
            <a:rPr lang="en-IN" dirty="0" err="1"/>
            <a:t>Swoloris</a:t>
          </a:r>
          <a:r>
            <a:rPr lang="en-IN" dirty="0"/>
            <a:t> Tool</a:t>
          </a:r>
        </a:p>
      </dgm:t>
    </dgm:pt>
    <dgm:pt modelId="{D80AA134-4B74-4AF8-B164-AE0841AEFAA0}" type="parTrans" cxnId="{F7E46141-99CA-46F5-8C55-4CCF3A57C4FC}">
      <dgm:prSet/>
      <dgm:spPr/>
      <dgm:t>
        <a:bodyPr/>
        <a:lstStyle/>
        <a:p>
          <a:endParaRPr lang="en-IN"/>
        </a:p>
      </dgm:t>
    </dgm:pt>
    <dgm:pt modelId="{601203A5-DEA9-4AA4-AEB2-F77F6C8CF367}" type="sibTrans" cxnId="{F7E46141-99CA-46F5-8C55-4CCF3A57C4FC}">
      <dgm:prSet/>
      <dgm:spPr/>
      <dgm:t>
        <a:bodyPr/>
        <a:lstStyle/>
        <a:p>
          <a:endParaRPr lang="en-IN"/>
        </a:p>
      </dgm:t>
    </dgm:pt>
    <dgm:pt modelId="{0210A0B7-20DE-47A4-9AE2-BB79062A87FB}" type="pres">
      <dgm:prSet presAssocID="{BDDDB704-96DE-44E4-A672-22C446E17994}" presName="vert0" presStyleCnt="0">
        <dgm:presLayoutVars>
          <dgm:dir/>
          <dgm:animOne val="branch"/>
          <dgm:animLvl val="lvl"/>
        </dgm:presLayoutVars>
      </dgm:prSet>
      <dgm:spPr/>
    </dgm:pt>
    <dgm:pt modelId="{C39A99A0-63A7-4DDB-A800-F2093AA61923}" type="pres">
      <dgm:prSet presAssocID="{F5542C3B-A37F-4AD8-A531-BD684C127C98}" presName="thickLine" presStyleLbl="alignNode1" presStyleIdx="0" presStyleCnt="1"/>
      <dgm:spPr/>
    </dgm:pt>
    <dgm:pt modelId="{46C6EA88-A681-4195-905F-29E47C38B5FA}" type="pres">
      <dgm:prSet presAssocID="{F5542C3B-A37F-4AD8-A531-BD684C127C98}" presName="horz1" presStyleCnt="0"/>
      <dgm:spPr/>
    </dgm:pt>
    <dgm:pt modelId="{081DEF07-81E7-4BFC-BAB9-9ADADC663CB2}" type="pres">
      <dgm:prSet presAssocID="{F5542C3B-A37F-4AD8-A531-BD684C127C98}" presName="tx1" presStyleLbl="revTx" presStyleIdx="0" presStyleCnt="12"/>
      <dgm:spPr/>
    </dgm:pt>
    <dgm:pt modelId="{71B643BA-C567-4AD5-A5FD-1BCAF04782C7}" type="pres">
      <dgm:prSet presAssocID="{F5542C3B-A37F-4AD8-A531-BD684C127C98}" presName="vert1" presStyleCnt="0"/>
      <dgm:spPr/>
    </dgm:pt>
    <dgm:pt modelId="{F8F9689E-DF67-4BE9-8B9B-4AAABC49DE8D}" type="pres">
      <dgm:prSet presAssocID="{060B0D27-91B2-48FE-BBE5-529D433B6E27}" presName="vertSpace2a" presStyleCnt="0"/>
      <dgm:spPr/>
    </dgm:pt>
    <dgm:pt modelId="{2522EAB5-F472-4C51-9304-CEDAD8E9EF82}" type="pres">
      <dgm:prSet presAssocID="{060B0D27-91B2-48FE-BBE5-529D433B6E27}" presName="horz2" presStyleCnt="0"/>
      <dgm:spPr/>
    </dgm:pt>
    <dgm:pt modelId="{9379559D-7E2F-4C7A-9823-E12E7034E501}" type="pres">
      <dgm:prSet presAssocID="{060B0D27-91B2-48FE-BBE5-529D433B6E27}" presName="horzSpace2" presStyleCnt="0"/>
      <dgm:spPr/>
    </dgm:pt>
    <dgm:pt modelId="{5844B51B-4ECE-446B-A3A4-6314E41961F8}" type="pres">
      <dgm:prSet presAssocID="{060B0D27-91B2-48FE-BBE5-529D433B6E27}" presName="tx2" presStyleLbl="revTx" presStyleIdx="1" presStyleCnt="12"/>
      <dgm:spPr/>
    </dgm:pt>
    <dgm:pt modelId="{AFA45AAB-7A89-4B44-8487-28786D3CD178}" type="pres">
      <dgm:prSet presAssocID="{060B0D27-91B2-48FE-BBE5-529D433B6E27}" presName="vert2" presStyleCnt="0"/>
      <dgm:spPr/>
    </dgm:pt>
    <dgm:pt modelId="{6E22F8A0-3873-4528-B77D-C6F800F9F44E}" type="pres">
      <dgm:prSet presAssocID="{5250441E-FA2B-40CB-B79D-1D6E29819DBF}" presName="horz3" presStyleCnt="0"/>
      <dgm:spPr/>
    </dgm:pt>
    <dgm:pt modelId="{2F0BEEA7-0A6E-4893-9973-A909660BCD68}" type="pres">
      <dgm:prSet presAssocID="{5250441E-FA2B-40CB-B79D-1D6E29819DBF}" presName="horzSpace3" presStyleCnt="0"/>
      <dgm:spPr/>
    </dgm:pt>
    <dgm:pt modelId="{0B99473E-BA56-4999-BDC0-AD608FD4326C}" type="pres">
      <dgm:prSet presAssocID="{5250441E-FA2B-40CB-B79D-1D6E29819DBF}" presName="tx3" presStyleLbl="revTx" presStyleIdx="2" presStyleCnt="12"/>
      <dgm:spPr/>
    </dgm:pt>
    <dgm:pt modelId="{D45C4C16-22FC-4968-8B01-4B168398927E}" type="pres">
      <dgm:prSet presAssocID="{5250441E-FA2B-40CB-B79D-1D6E29819DBF}" presName="vert3" presStyleCnt="0"/>
      <dgm:spPr/>
    </dgm:pt>
    <dgm:pt modelId="{563F05E6-C245-482B-8EDA-13CFDF7D6D5B}" type="pres">
      <dgm:prSet presAssocID="{4C63CE2A-6968-4F75-9B27-708A0219AD82}" presName="thinLine3" presStyleLbl="callout" presStyleIdx="0" presStyleCnt="9"/>
      <dgm:spPr/>
    </dgm:pt>
    <dgm:pt modelId="{B526FEF6-89D7-4CCC-AC42-B4CB8F0FEDED}" type="pres">
      <dgm:prSet presAssocID="{73D53AFD-71B0-4AD7-BE33-CAF8B4080409}" presName="horz3" presStyleCnt="0"/>
      <dgm:spPr/>
    </dgm:pt>
    <dgm:pt modelId="{66EE6058-A724-48A6-A346-269217E120F7}" type="pres">
      <dgm:prSet presAssocID="{73D53AFD-71B0-4AD7-BE33-CAF8B4080409}" presName="horzSpace3" presStyleCnt="0"/>
      <dgm:spPr/>
    </dgm:pt>
    <dgm:pt modelId="{93BD4312-7924-4ACD-A1A2-F1515BBF311E}" type="pres">
      <dgm:prSet presAssocID="{73D53AFD-71B0-4AD7-BE33-CAF8B4080409}" presName="tx3" presStyleLbl="revTx" presStyleIdx="3" presStyleCnt="12"/>
      <dgm:spPr/>
    </dgm:pt>
    <dgm:pt modelId="{BA993516-AFE6-4574-A487-1D84738599BF}" type="pres">
      <dgm:prSet presAssocID="{73D53AFD-71B0-4AD7-BE33-CAF8B4080409}" presName="vert3" presStyleCnt="0"/>
      <dgm:spPr/>
    </dgm:pt>
    <dgm:pt modelId="{61E8008E-12F3-4FAA-8A9A-ECA488126953}" type="pres">
      <dgm:prSet presAssocID="{5C902257-AFE8-47AD-81A7-7BE9EBC2E81C}" presName="thinLine3" presStyleLbl="callout" presStyleIdx="1" presStyleCnt="9"/>
      <dgm:spPr/>
    </dgm:pt>
    <dgm:pt modelId="{08EE11C6-F44C-44D8-B2F2-6C7F667C2A59}" type="pres">
      <dgm:prSet presAssocID="{5000C837-3A31-4F18-914C-6D830B7AB957}" presName="horz3" presStyleCnt="0"/>
      <dgm:spPr/>
    </dgm:pt>
    <dgm:pt modelId="{F41EF264-AD74-4E66-8666-0706696F2E9F}" type="pres">
      <dgm:prSet presAssocID="{5000C837-3A31-4F18-914C-6D830B7AB957}" presName="horzSpace3" presStyleCnt="0"/>
      <dgm:spPr/>
    </dgm:pt>
    <dgm:pt modelId="{1295B022-3BF1-4CD1-8537-5D0A4CC892DF}" type="pres">
      <dgm:prSet presAssocID="{5000C837-3A31-4F18-914C-6D830B7AB957}" presName="tx3" presStyleLbl="revTx" presStyleIdx="4" presStyleCnt="12"/>
      <dgm:spPr/>
    </dgm:pt>
    <dgm:pt modelId="{873E0958-9EC8-4B0A-9955-DEFFDB8F9933}" type="pres">
      <dgm:prSet presAssocID="{5000C837-3A31-4F18-914C-6D830B7AB957}" presName="vert3" presStyleCnt="0"/>
      <dgm:spPr/>
    </dgm:pt>
    <dgm:pt modelId="{B30A7811-FA08-4819-A0F7-075907D533FE}" type="pres">
      <dgm:prSet presAssocID="{060B0D27-91B2-48FE-BBE5-529D433B6E27}" presName="thinLine2b" presStyleLbl="callout" presStyleIdx="2" presStyleCnt="9"/>
      <dgm:spPr/>
    </dgm:pt>
    <dgm:pt modelId="{3D9B8B40-2BBC-4089-B645-4581399F7B6A}" type="pres">
      <dgm:prSet presAssocID="{060B0D27-91B2-48FE-BBE5-529D433B6E27}" presName="vertSpace2b" presStyleCnt="0"/>
      <dgm:spPr/>
    </dgm:pt>
    <dgm:pt modelId="{7AC7CC97-9C72-4319-82DE-C7798526A85E}" type="pres">
      <dgm:prSet presAssocID="{BCC86848-89D6-4A98-8DB2-87D5F9E6CA2F}" presName="horz2" presStyleCnt="0"/>
      <dgm:spPr/>
    </dgm:pt>
    <dgm:pt modelId="{1EA0D315-33B9-4558-A19E-328A53A037F5}" type="pres">
      <dgm:prSet presAssocID="{BCC86848-89D6-4A98-8DB2-87D5F9E6CA2F}" presName="horzSpace2" presStyleCnt="0"/>
      <dgm:spPr/>
    </dgm:pt>
    <dgm:pt modelId="{19F406B4-41E0-479D-8F47-658B681A8AD2}" type="pres">
      <dgm:prSet presAssocID="{BCC86848-89D6-4A98-8DB2-87D5F9E6CA2F}" presName="tx2" presStyleLbl="revTx" presStyleIdx="5" presStyleCnt="12"/>
      <dgm:spPr/>
    </dgm:pt>
    <dgm:pt modelId="{2B54024A-D3A4-4631-AFE5-04010B525478}" type="pres">
      <dgm:prSet presAssocID="{BCC86848-89D6-4A98-8DB2-87D5F9E6CA2F}" presName="vert2" presStyleCnt="0"/>
      <dgm:spPr/>
    </dgm:pt>
    <dgm:pt modelId="{E69481F7-3232-49FF-9D58-0A39886CC72B}" type="pres">
      <dgm:prSet presAssocID="{D49F7612-F108-4D4B-B2BB-1403AF63C7F2}" presName="horz3" presStyleCnt="0"/>
      <dgm:spPr/>
    </dgm:pt>
    <dgm:pt modelId="{11868347-2AE6-4438-B95A-DA4E9C8A27CE}" type="pres">
      <dgm:prSet presAssocID="{D49F7612-F108-4D4B-B2BB-1403AF63C7F2}" presName="horzSpace3" presStyleCnt="0"/>
      <dgm:spPr/>
    </dgm:pt>
    <dgm:pt modelId="{02C6BD51-4D24-4AD5-80C6-DC5EBFD16E03}" type="pres">
      <dgm:prSet presAssocID="{D49F7612-F108-4D4B-B2BB-1403AF63C7F2}" presName="tx3" presStyleLbl="revTx" presStyleIdx="6" presStyleCnt="12"/>
      <dgm:spPr/>
    </dgm:pt>
    <dgm:pt modelId="{3745D0CC-DD79-422E-845C-480C37A30D6C}" type="pres">
      <dgm:prSet presAssocID="{D49F7612-F108-4D4B-B2BB-1403AF63C7F2}" presName="vert3" presStyleCnt="0"/>
      <dgm:spPr/>
    </dgm:pt>
    <dgm:pt modelId="{4320F36F-F323-46BE-BA13-68E86D94F359}" type="pres">
      <dgm:prSet presAssocID="{70143105-8A14-4265-97D0-396EF4136BC4}" presName="thinLine3" presStyleLbl="callout" presStyleIdx="3" presStyleCnt="9"/>
      <dgm:spPr/>
    </dgm:pt>
    <dgm:pt modelId="{DAFB0DAB-4458-4180-B141-213BA7F21679}" type="pres">
      <dgm:prSet presAssocID="{C664EC7B-B197-43C1-8856-8CBBC476C848}" presName="horz3" presStyleCnt="0"/>
      <dgm:spPr/>
    </dgm:pt>
    <dgm:pt modelId="{FB8385A6-4A8B-47AB-B124-2B16508BBEA6}" type="pres">
      <dgm:prSet presAssocID="{C664EC7B-B197-43C1-8856-8CBBC476C848}" presName="horzSpace3" presStyleCnt="0"/>
      <dgm:spPr/>
    </dgm:pt>
    <dgm:pt modelId="{B98BA243-B866-4558-9350-5EA90B1BA22B}" type="pres">
      <dgm:prSet presAssocID="{C664EC7B-B197-43C1-8856-8CBBC476C848}" presName="tx3" presStyleLbl="revTx" presStyleIdx="7" presStyleCnt="12"/>
      <dgm:spPr/>
    </dgm:pt>
    <dgm:pt modelId="{B6C9A9E9-FCD9-4C01-9740-DE28BFC270B9}" type="pres">
      <dgm:prSet presAssocID="{C664EC7B-B197-43C1-8856-8CBBC476C848}" presName="vert3" presStyleCnt="0"/>
      <dgm:spPr/>
    </dgm:pt>
    <dgm:pt modelId="{EC000CFE-0862-4C61-BFC4-6A99819FF0D2}" type="pres">
      <dgm:prSet presAssocID="{8D8ABFF3-7C3A-4431-803B-E9B7CF28FD84}" presName="thinLine3" presStyleLbl="callout" presStyleIdx="4" presStyleCnt="9"/>
      <dgm:spPr/>
    </dgm:pt>
    <dgm:pt modelId="{679A8BE5-522A-4453-83CB-486E29A0C7C4}" type="pres">
      <dgm:prSet presAssocID="{EA7892FF-B376-4F56-A30D-D577A2238BAD}" presName="horz3" presStyleCnt="0"/>
      <dgm:spPr/>
    </dgm:pt>
    <dgm:pt modelId="{536E01D4-1F85-4245-9393-1EC12BC63293}" type="pres">
      <dgm:prSet presAssocID="{EA7892FF-B376-4F56-A30D-D577A2238BAD}" presName="horzSpace3" presStyleCnt="0"/>
      <dgm:spPr/>
    </dgm:pt>
    <dgm:pt modelId="{27E4A87D-6CEC-4B4F-89C6-B30090DC7EFE}" type="pres">
      <dgm:prSet presAssocID="{EA7892FF-B376-4F56-A30D-D577A2238BAD}" presName="tx3" presStyleLbl="revTx" presStyleIdx="8" presStyleCnt="12"/>
      <dgm:spPr/>
    </dgm:pt>
    <dgm:pt modelId="{297EF12D-C4D2-452F-AE22-CDF3438A25F4}" type="pres">
      <dgm:prSet presAssocID="{EA7892FF-B376-4F56-A30D-D577A2238BAD}" presName="vert3" presStyleCnt="0"/>
      <dgm:spPr/>
    </dgm:pt>
    <dgm:pt modelId="{B45F8BDA-ECAE-4FF6-A6AB-8357FE31FBC9}" type="pres">
      <dgm:prSet presAssocID="{8612269E-928B-4A5A-B80C-B811D06238B3}" presName="thinLine3" presStyleLbl="callout" presStyleIdx="5" presStyleCnt="9"/>
      <dgm:spPr/>
    </dgm:pt>
    <dgm:pt modelId="{BDADA62E-9511-48D5-AF2F-C8B252F49092}" type="pres">
      <dgm:prSet presAssocID="{6712EA5F-A5CB-473B-BC37-73D5D8E19E97}" presName="horz3" presStyleCnt="0"/>
      <dgm:spPr/>
    </dgm:pt>
    <dgm:pt modelId="{30024B04-CBA1-44C2-BE90-0564537D9241}" type="pres">
      <dgm:prSet presAssocID="{6712EA5F-A5CB-473B-BC37-73D5D8E19E97}" presName="horzSpace3" presStyleCnt="0"/>
      <dgm:spPr/>
    </dgm:pt>
    <dgm:pt modelId="{6C0158F7-AB2A-4274-BA54-9462530CBC27}" type="pres">
      <dgm:prSet presAssocID="{6712EA5F-A5CB-473B-BC37-73D5D8E19E97}" presName="tx3" presStyleLbl="revTx" presStyleIdx="9" presStyleCnt="12"/>
      <dgm:spPr/>
    </dgm:pt>
    <dgm:pt modelId="{D053511F-E0C3-47B2-8B86-CFD64F7F25DB}" type="pres">
      <dgm:prSet presAssocID="{6712EA5F-A5CB-473B-BC37-73D5D8E19E97}" presName="vert3" presStyleCnt="0"/>
      <dgm:spPr/>
    </dgm:pt>
    <dgm:pt modelId="{1BF77C7D-B2DC-4CAD-ADF5-828D8B0281EC}" type="pres">
      <dgm:prSet presAssocID="{2B529B0B-4DEE-4EA3-A4C7-EE7E0554EFA5}" presName="thinLine3" presStyleLbl="callout" presStyleIdx="6" presStyleCnt="9"/>
      <dgm:spPr/>
    </dgm:pt>
    <dgm:pt modelId="{311DFD63-DFFF-4846-997B-6B35A7CFD8C2}" type="pres">
      <dgm:prSet presAssocID="{1B4E3572-BD2E-42AC-83F6-D6AE70828B51}" presName="horz3" presStyleCnt="0"/>
      <dgm:spPr/>
    </dgm:pt>
    <dgm:pt modelId="{465A481C-0721-43BD-90A5-415720D43858}" type="pres">
      <dgm:prSet presAssocID="{1B4E3572-BD2E-42AC-83F6-D6AE70828B51}" presName="horzSpace3" presStyleCnt="0"/>
      <dgm:spPr/>
    </dgm:pt>
    <dgm:pt modelId="{6C26F7D4-BE98-4211-9B57-91B9F07176F9}" type="pres">
      <dgm:prSet presAssocID="{1B4E3572-BD2E-42AC-83F6-D6AE70828B51}" presName="tx3" presStyleLbl="revTx" presStyleIdx="10" presStyleCnt="12"/>
      <dgm:spPr/>
    </dgm:pt>
    <dgm:pt modelId="{1E8CBDD5-3728-410A-AD71-172F21201A2A}" type="pres">
      <dgm:prSet presAssocID="{1B4E3572-BD2E-42AC-83F6-D6AE70828B51}" presName="vert3" presStyleCnt="0"/>
      <dgm:spPr/>
    </dgm:pt>
    <dgm:pt modelId="{283CF3F2-B363-41D1-9FBD-DB838F2DF452}" type="pres">
      <dgm:prSet presAssocID="{00EE857C-2FF3-483D-A4C9-A9CAB1DBE6C6}" presName="thinLine3" presStyleLbl="callout" presStyleIdx="7" presStyleCnt="9"/>
      <dgm:spPr/>
    </dgm:pt>
    <dgm:pt modelId="{C0985003-4CC2-4EC2-8750-F7BB59ABC015}" type="pres">
      <dgm:prSet presAssocID="{E3C71613-CE56-42FB-A03F-AF78F022F3B4}" presName="horz3" presStyleCnt="0"/>
      <dgm:spPr/>
    </dgm:pt>
    <dgm:pt modelId="{7B7F7DA3-E4A3-4BE3-9A78-5869FF91C081}" type="pres">
      <dgm:prSet presAssocID="{E3C71613-CE56-42FB-A03F-AF78F022F3B4}" presName="horzSpace3" presStyleCnt="0"/>
      <dgm:spPr/>
    </dgm:pt>
    <dgm:pt modelId="{B49ED39D-A7D9-4CFC-BF0C-48EE57DA2F4C}" type="pres">
      <dgm:prSet presAssocID="{E3C71613-CE56-42FB-A03F-AF78F022F3B4}" presName="tx3" presStyleLbl="revTx" presStyleIdx="11" presStyleCnt="12"/>
      <dgm:spPr/>
    </dgm:pt>
    <dgm:pt modelId="{70E07800-0A9D-4FE5-88C0-C64393738165}" type="pres">
      <dgm:prSet presAssocID="{E3C71613-CE56-42FB-A03F-AF78F022F3B4}" presName="vert3" presStyleCnt="0"/>
      <dgm:spPr/>
    </dgm:pt>
    <dgm:pt modelId="{1A83C2D3-8158-476D-B015-D3C3B059485C}" type="pres">
      <dgm:prSet presAssocID="{BCC86848-89D6-4A98-8DB2-87D5F9E6CA2F}" presName="thinLine2b" presStyleLbl="callout" presStyleIdx="8" presStyleCnt="9"/>
      <dgm:spPr/>
    </dgm:pt>
    <dgm:pt modelId="{931901C1-97B0-4A99-8C3B-B7171AA6A6F6}" type="pres">
      <dgm:prSet presAssocID="{BCC86848-89D6-4A98-8DB2-87D5F9E6CA2F}" presName="vertSpace2b" presStyleCnt="0"/>
      <dgm:spPr/>
    </dgm:pt>
  </dgm:ptLst>
  <dgm:cxnLst>
    <dgm:cxn modelId="{857C650B-465C-4143-ABB0-18866557F122}" type="presOf" srcId="{1B4E3572-BD2E-42AC-83F6-D6AE70828B51}" destId="{6C26F7D4-BE98-4211-9B57-91B9F07176F9}" srcOrd="0" destOrd="0" presId="urn:microsoft.com/office/officeart/2008/layout/LinedList"/>
    <dgm:cxn modelId="{1000B912-3732-45FC-B5B7-6FA42EA81D68}" srcId="{060B0D27-91B2-48FE-BBE5-529D433B6E27}" destId="{5250441E-FA2B-40CB-B79D-1D6E29819DBF}" srcOrd="0" destOrd="0" parTransId="{03C54766-6735-49DD-95A0-59A123FA454E}" sibTransId="{4C63CE2A-6968-4F75-9B27-708A0219AD82}"/>
    <dgm:cxn modelId="{8DB3D612-D5EB-4994-AA05-B5080DDAF5E6}" type="presOf" srcId="{6712EA5F-A5CB-473B-BC37-73D5D8E19E97}" destId="{6C0158F7-AB2A-4274-BA54-9462530CBC27}" srcOrd="0" destOrd="0" presId="urn:microsoft.com/office/officeart/2008/layout/LinedList"/>
    <dgm:cxn modelId="{ED489720-6DB6-4DC1-9B44-400141FCE815}" srcId="{BCC86848-89D6-4A98-8DB2-87D5F9E6CA2F}" destId="{D49F7612-F108-4D4B-B2BB-1403AF63C7F2}" srcOrd="0" destOrd="0" parTransId="{17CD9C9D-802A-4715-A962-F891276D4E2D}" sibTransId="{70143105-8A14-4265-97D0-396EF4136BC4}"/>
    <dgm:cxn modelId="{7139FD28-30EC-40DA-A60B-3AFE1AFC33FA}" type="presOf" srcId="{BDDDB704-96DE-44E4-A672-22C446E17994}" destId="{0210A0B7-20DE-47A4-9AE2-BB79062A87FB}" srcOrd="0" destOrd="0" presId="urn:microsoft.com/office/officeart/2008/layout/LinedList"/>
    <dgm:cxn modelId="{B7CB9C2E-8037-4596-B31D-A872CC1FE53F}" type="presOf" srcId="{E3C71613-CE56-42FB-A03F-AF78F022F3B4}" destId="{B49ED39D-A7D9-4CFC-BF0C-48EE57DA2F4C}" srcOrd="0" destOrd="0" presId="urn:microsoft.com/office/officeart/2008/layout/LinedList"/>
    <dgm:cxn modelId="{A368CE3B-A7C5-4B20-83FD-D4CA410D499C}" srcId="{BCC86848-89D6-4A98-8DB2-87D5F9E6CA2F}" destId="{1B4E3572-BD2E-42AC-83F6-D6AE70828B51}" srcOrd="4" destOrd="0" parTransId="{FF4C6FC5-F691-4F0F-B80E-7293AC684586}" sibTransId="{00EE857C-2FF3-483D-A4C9-A9CAB1DBE6C6}"/>
    <dgm:cxn modelId="{6A5A9A5E-B8BD-4DDC-A7E9-CC7C72E719AC}" srcId="{BCC86848-89D6-4A98-8DB2-87D5F9E6CA2F}" destId="{C664EC7B-B197-43C1-8856-8CBBC476C848}" srcOrd="1" destOrd="0" parTransId="{26FB9384-4839-4A0F-8957-A8A52488FADB}" sibTransId="{8D8ABFF3-7C3A-4431-803B-E9B7CF28FD84}"/>
    <dgm:cxn modelId="{577A4D60-5866-4840-9FA5-72D777599D66}" type="presOf" srcId="{C664EC7B-B197-43C1-8856-8CBBC476C848}" destId="{B98BA243-B866-4558-9350-5EA90B1BA22B}" srcOrd="0" destOrd="0" presId="urn:microsoft.com/office/officeart/2008/layout/LinedList"/>
    <dgm:cxn modelId="{F7E46141-99CA-46F5-8C55-4CCF3A57C4FC}" srcId="{BCC86848-89D6-4A98-8DB2-87D5F9E6CA2F}" destId="{E3C71613-CE56-42FB-A03F-AF78F022F3B4}" srcOrd="5" destOrd="0" parTransId="{D80AA134-4B74-4AF8-B164-AE0841AEFAA0}" sibTransId="{601203A5-DEA9-4AA4-AEB2-F77F6C8CF367}"/>
    <dgm:cxn modelId="{57311344-E6B1-4889-9502-CDA65305F200}" type="presOf" srcId="{F5542C3B-A37F-4AD8-A531-BD684C127C98}" destId="{081DEF07-81E7-4BFC-BAB9-9ADADC663CB2}" srcOrd="0" destOrd="0" presId="urn:microsoft.com/office/officeart/2008/layout/LinedList"/>
    <dgm:cxn modelId="{FA7D2865-2EDE-4212-A0F8-22073F5A3D4F}" type="presOf" srcId="{EA7892FF-B376-4F56-A30D-D577A2238BAD}" destId="{27E4A87D-6CEC-4B4F-89C6-B30090DC7EFE}" srcOrd="0" destOrd="0" presId="urn:microsoft.com/office/officeart/2008/layout/LinedList"/>
    <dgm:cxn modelId="{3A5DC970-C80B-4652-B767-B74D6492CB8E}" srcId="{060B0D27-91B2-48FE-BBE5-529D433B6E27}" destId="{73D53AFD-71B0-4AD7-BE33-CAF8B4080409}" srcOrd="1" destOrd="0" parTransId="{34B03613-D2F9-402C-A0E1-4DF51EF7A5EE}" sibTransId="{5C902257-AFE8-47AD-81A7-7BE9EBC2E81C}"/>
    <dgm:cxn modelId="{F7AC3B71-003C-473A-BE2E-8F0944E14FFA}" srcId="{F5542C3B-A37F-4AD8-A531-BD684C127C98}" destId="{BCC86848-89D6-4A98-8DB2-87D5F9E6CA2F}" srcOrd="1" destOrd="0" parTransId="{95816C21-5F06-405E-B1DB-D5B8BD4C3BBC}" sibTransId="{DFB45E20-889C-4298-9718-E490A375EE53}"/>
    <dgm:cxn modelId="{8B3C8859-91AB-439C-A00F-F5755BE799E0}" type="presOf" srcId="{5250441E-FA2B-40CB-B79D-1D6E29819DBF}" destId="{0B99473E-BA56-4999-BDC0-AD608FD4326C}" srcOrd="0" destOrd="0" presId="urn:microsoft.com/office/officeart/2008/layout/LinedList"/>
    <dgm:cxn modelId="{8CE0E77E-7662-4F75-B7CB-1E06781AF50E}" type="presOf" srcId="{BCC86848-89D6-4A98-8DB2-87D5F9E6CA2F}" destId="{19F406B4-41E0-479D-8F47-658B681A8AD2}" srcOrd="0" destOrd="0" presId="urn:microsoft.com/office/officeart/2008/layout/LinedList"/>
    <dgm:cxn modelId="{663B3A8B-8525-43B8-BDE0-0AA84FE50786}" srcId="{BCC86848-89D6-4A98-8DB2-87D5F9E6CA2F}" destId="{6712EA5F-A5CB-473B-BC37-73D5D8E19E97}" srcOrd="3" destOrd="0" parTransId="{898A4CF7-6685-44E7-9A2A-6000DF3DEE50}" sibTransId="{2B529B0B-4DEE-4EA3-A4C7-EE7E0554EFA5}"/>
    <dgm:cxn modelId="{AA499F92-3997-4CCF-9AAE-4B13479E3428}" srcId="{F5542C3B-A37F-4AD8-A531-BD684C127C98}" destId="{060B0D27-91B2-48FE-BBE5-529D433B6E27}" srcOrd="0" destOrd="0" parTransId="{E31B45D6-4262-45E7-8880-73F2930C8BE9}" sibTransId="{12B05413-1019-4E57-98E7-201006FEC345}"/>
    <dgm:cxn modelId="{9179F2B4-4EA1-4F30-B327-476E1B2D5F78}" type="presOf" srcId="{5000C837-3A31-4F18-914C-6D830B7AB957}" destId="{1295B022-3BF1-4CD1-8537-5D0A4CC892DF}" srcOrd="0" destOrd="0" presId="urn:microsoft.com/office/officeart/2008/layout/LinedList"/>
    <dgm:cxn modelId="{5A3EAFC4-7258-4F54-930F-E0D8E0618EC1}" type="presOf" srcId="{73D53AFD-71B0-4AD7-BE33-CAF8B4080409}" destId="{93BD4312-7924-4ACD-A1A2-F1515BBF311E}" srcOrd="0" destOrd="0" presId="urn:microsoft.com/office/officeart/2008/layout/LinedList"/>
    <dgm:cxn modelId="{9F0ABDC5-940C-4D04-9D2C-223AFAA4A1BB}" type="presOf" srcId="{D49F7612-F108-4D4B-B2BB-1403AF63C7F2}" destId="{02C6BD51-4D24-4AD5-80C6-DC5EBFD16E03}" srcOrd="0" destOrd="0" presId="urn:microsoft.com/office/officeart/2008/layout/LinedList"/>
    <dgm:cxn modelId="{E5ECEFC5-35E9-47D4-853D-78DF71B1A864}" type="presOf" srcId="{060B0D27-91B2-48FE-BBE5-529D433B6E27}" destId="{5844B51B-4ECE-446B-A3A4-6314E41961F8}" srcOrd="0" destOrd="0" presId="urn:microsoft.com/office/officeart/2008/layout/LinedList"/>
    <dgm:cxn modelId="{F89451D0-0BCF-43D5-8777-82D4FC0361EB}" srcId="{BDDDB704-96DE-44E4-A672-22C446E17994}" destId="{F5542C3B-A37F-4AD8-A531-BD684C127C98}" srcOrd="0" destOrd="0" parTransId="{6AE312FF-6F43-4949-8F69-19DDA6CDCA44}" sibTransId="{299E9BA7-C9B8-4199-8098-23340D43D5B4}"/>
    <dgm:cxn modelId="{266BD7F8-D3DA-4F3A-A44B-1BD1D2A5AEB2}" srcId="{BCC86848-89D6-4A98-8DB2-87D5F9E6CA2F}" destId="{EA7892FF-B376-4F56-A30D-D577A2238BAD}" srcOrd="2" destOrd="0" parTransId="{1611E1B1-AFB4-49A7-A281-488CB3FF3F7E}" sibTransId="{8612269E-928B-4A5A-B80C-B811D06238B3}"/>
    <dgm:cxn modelId="{C033FBFC-7916-49F1-B193-E4DC952CF8F6}" srcId="{060B0D27-91B2-48FE-BBE5-529D433B6E27}" destId="{5000C837-3A31-4F18-914C-6D830B7AB957}" srcOrd="2" destOrd="0" parTransId="{97C288D7-DC2E-46A8-9170-26FEADD8902D}" sibTransId="{4C3F1874-3236-4667-BF09-897A90CBBD58}"/>
    <dgm:cxn modelId="{D80F3EE4-7FEF-4F93-A7DD-8632BF8EDBC8}" type="presParOf" srcId="{0210A0B7-20DE-47A4-9AE2-BB79062A87FB}" destId="{C39A99A0-63A7-4DDB-A800-F2093AA61923}" srcOrd="0" destOrd="0" presId="urn:microsoft.com/office/officeart/2008/layout/LinedList"/>
    <dgm:cxn modelId="{6A5CA769-147C-4080-9B7A-10376C045924}" type="presParOf" srcId="{0210A0B7-20DE-47A4-9AE2-BB79062A87FB}" destId="{46C6EA88-A681-4195-905F-29E47C38B5FA}" srcOrd="1" destOrd="0" presId="urn:microsoft.com/office/officeart/2008/layout/LinedList"/>
    <dgm:cxn modelId="{0452457B-D4B9-4C4F-908A-54AF999E9C48}" type="presParOf" srcId="{46C6EA88-A681-4195-905F-29E47C38B5FA}" destId="{081DEF07-81E7-4BFC-BAB9-9ADADC663CB2}" srcOrd="0" destOrd="0" presId="urn:microsoft.com/office/officeart/2008/layout/LinedList"/>
    <dgm:cxn modelId="{F54886F4-B40D-4582-A78C-250AE6C37413}" type="presParOf" srcId="{46C6EA88-A681-4195-905F-29E47C38B5FA}" destId="{71B643BA-C567-4AD5-A5FD-1BCAF04782C7}" srcOrd="1" destOrd="0" presId="urn:microsoft.com/office/officeart/2008/layout/LinedList"/>
    <dgm:cxn modelId="{C0A3771F-6C8F-4FE2-A2AA-4187C3037FCC}" type="presParOf" srcId="{71B643BA-C567-4AD5-A5FD-1BCAF04782C7}" destId="{F8F9689E-DF67-4BE9-8B9B-4AAABC49DE8D}" srcOrd="0" destOrd="0" presId="urn:microsoft.com/office/officeart/2008/layout/LinedList"/>
    <dgm:cxn modelId="{CA078C51-0D54-46DB-8C29-7A890F8082E6}" type="presParOf" srcId="{71B643BA-C567-4AD5-A5FD-1BCAF04782C7}" destId="{2522EAB5-F472-4C51-9304-CEDAD8E9EF82}" srcOrd="1" destOrd="0" presId="urn:microsoft.com/office/officeart/2008/layout/LinedList"/>
    <dgm:cxn modelId="{479246D3-88DF-4B35-978A-38F03CE43656}" type="presParOf" srcId="{2522EAB5-F472-4C51-9304-CEDAD8E9EF82}" destId="{9379559D-7E2F-4C7A-9823-E12E7034E501}" srcOrd="0" destOrd="0" presId="urn:microsoft.com/office/officeart/2008/layout/LinedList"/>
    <dgm:cxn modelId="{CFE6EC50-F2FA-45E2-ACF1-CBC71C17AB1F}" type="presParOf" srcId="{2522EAB5-F472-4C51-9304-CEDAD8E9EF82}" destId="{5844B51B-4ECE-446B-A3A4-6314E41961F8}" srcOrd="1" destOrd="0" presId="urn:microsoft.com/office/officeart/2008/layout/LinedList"/>
    <dgm:cxn modelId="{C2F01A9C-B293-47A2-B979-9AAC5A7B7021}" type="presParOf" srcId="{2522EAB5-F472-4C51-9304-CEDAD8E9EF82}" destId="{AFA45AAB-7A89-4B44-8487-28786D3CD178}" srcOrd="2" destOrd="0" presId="urn:microsoft.com/office/officeart/2008/layout/LinedList"/>
    <dgm:cxn modelId="{27FE60AB-84B2-4423-9851-63126ED6DCA8}" type="presParOf" srcId="{AFA45AAB-7A89-4B44-8487-28786D3CD178}" destId="{6E22F8A0-3873-4528-B77D-C6F800F9F44E}" srcOrd="0" destOrd="0" presId="urn:microsoft.com/office/officeart/2008/layout/LinedList"/>
    <dgm:cxn modelId="{01F8DC64-C85A-4588-B329-BC83950536D7}" type="presParOf" srcId="{6E22F8A0-3873-4528-B77D-C6F800F9F44E}" destId="{2F0BEEA7-0A6E-4893-9973-A909660BCD68}" srcOrd="0" destOrd="0" presId="urn:microsoft.com/office/officeart/2008/layout/LinedList"/>
    <dgm:cxn modelId="{316BAC20-CDB6-4034-BF75-06C80BBA269F}" type="presParOf" srcId="{6E22F8A0-3873-4528-B77D-C6F800F9F44E}" destId="{0B99473E-BA56-4999-BDC0-AD608FD4326C}" srcOrd="1" destOrd="0" presId="urn:microsoft.com/office/officeart/2008/layout/LinedList"/>
    <dgm:cxn modelId="{9B2EAE77-445A-4685-99B9-4733503911AF}" type="presParOf" srcId="{6E22F8A0-3873-4528-B77D-C6F800F9F44E}" destId="{D45C4C16-22FC-4968-8B01-4B168398927E}" srcOrd="2" destOrd="0" presId="urn:microsoft.com/office/officeart/2008/layout/LinedList"/>
    <dgm:cxn modelId="{FFAF3820-3DD6-44D3-AF1E-DC683734D617}" type="presParOf" srcId="{AFA45AAB-7A89-4B44-8487-28786D3CD178}" destId="{563F05E6-C245-482B-8EDA-13CFDF7D6D5B}" srcOrd="1" destOrd="0" presId="urn:microsoft.com/office/officeart/2008/layout/LinedList"/>
    <dgm:cxn modelId="{81B6BEE1-DBCA-4589-8B35-C47E8CFC9B5E}" type="presParOf" srcId="{AFA45AAB-7A89-4B44-8487-28786D3CD178}" destId="{B526FEF6-89D7-4CCC-AC42-B4CB8F0FEDED}" srcOrd="2" destOrd="0" presId="urn:microsoft.com/office/officeart/2008/layout/LinedList"/>
    <dgm:cxn modelId="{5E71EE45-8115-4877-97D8-C65F9D367A0F}" type="presParOf" srcId="{B526FEF6-89D7-4CCC-AC42-B4CB8F0FEDED}" destId="{66EE6058-A724-48A6-A346-269217E120F7}" srcOrd="0" destOrd="0" presId="urn:microsoft.com/office/officeart/2008/layout/LinedList"/>
    <dgm:cxn modelId="{AE1F2998-19FA-4100-A045-CC6D826364F7}" type="presParOf" srcId="{B526FEF6-89D7-4CCC-AC42-B4CB8F0FEDED}" destId="{93BD4312-7924-4ACD-A1A2-F1515BBF311E}" srcOrd="1" destOrd="0" presId="urn:microsoft.com/office/officeart/2008/layout/LinedList"/>
    <dgm:cxn modelId="{B73C4192-68C9-4F57-89DA-23C710AF6BDA}" type="presParOf" srcId="{B526FEF6-89D7-4CCC-AC42-B4CB8F0FEDED}" destId="{BA993516-AFE6-4574-A487-1D84738599BF}" srcOrd="2" destOrd="0" presId="urn:microsoft.com/office/officeart/2008/layout/LinedList"/>
    <dgm:cxn modelId="{A218C268-4066-4D02-9521-4B771D456A2A}" type="presParOf" srcId="{AFA45AAB-7A89-4B44-8487-28786D3CD178}" destId="{61E8008E-12F3-4FAA-8A9A-ECA488126953}" srcOrd="3" destOrd="0" presId="urn:microsoft.com/office/officeart/2008/layout/LinedList"/>
    <dgm:cxn modelId="{A1E8AFD9-1A9B-4D65-AD59-B10946056AB8}" type="presParOf" srcId="{AFA45AAB-7A89-4B44-8487-28786D3CD178}" destId="{08EE11C6-F44C-44D8-B2F2-6C7F667C2A59}" srcOrd="4" destOrd="0" presId="urn:microsoft.com/office/officeart/2008/layout/LinedList"/>
    <dgm:cxn modelId="{D5192EFB-F9BD-40FA-9297-C4F1ADEBA2D4}" type="presParOf" srcId="{08EE11C6-F44C-44D8-B2F2-6C7F667C2A59}" destId="{F41EF264-AD74-4E66-8666-0706696F2E9F}" srcOrd="0" destOrd="0" presId="urn:microsoft.com/office/officeart/2008/layout/LinedList"/>
    <dgm:cxn modelId="{FEA2455D-88C3-4BEC-9ED9-8D5218761FE3}" type="presParOf" srcId="{08EE11C6-F44C-44D8-B2F2-6C7F667C2A59}" destId="{1295B022-3BF1-4CD1-8537-5D0A4CC892DF}" srcOrd="1" destOrd="0" presId="urn:microsoft.com/office/officeart/2008/layout/LinedList"/>
    <dgm:cxn modelId="{6904D607-3821-40C4-8E70-F54332CD45E4}" type="presParOf" srcId="{08EE11C6-F44C-44D8-B2F2-6C7F667C2A59}" destId="{873E0958-9EC8-4B0A-9955-DEFFDB8F9933}" srcOrd="2" destOrd="0" presId="urn:microsoft.com/office/officeart/2008/layout/LinedList"/>
    <dgm:cxn modelId="{EE738AB5-5639-4E26-84A7-020369101043}" type="presParOf" srcId="{71B643BA-C567-4AD5-A5FD-1BCAF04782C7}" destId="{B30A7811-FA08-4819-A0F7-075907D533FE}" srcOrd="2" destOrd="0" presId="urn:microsoft.com/office/officeart/2008/layout/LinedList"/>
    <dgm:cxn modelId="{15E7F0CC-202D-4043-91F1-CB4E308463DC}" type="presParOf" srcId="{71B643BA-C567-4AD5-A5FD-1BCAF04782C7}" destId="{3D9B8B40-2BBC-4089-B645-4581399F7B6A}" srcOrd="3" destOrd="0" presId="urn:microsoft.com/office/officeart/2008/layout/LinedList"/>
    <dgm:cxn modelId="{3BDE2525-04CF-49CA-BFA4-C4E82FEBBADA}" type="presParOf" srcId="{71B643BA-C567-4AD5-A5FD-1BCAF04782C7}" destId="{7AC7CC97-9C72-4319-82DE-C7798526A85E}" srcOrd="4" destOrd="0" presId="urn:microsoft.com/office/officeart/2008/layout/LinedList"/>
    <dgm:cxn modelId="{66C09E11-9A60-4037-8DE5-A870AF7D88A0}" type="presParOf" srcId="{7AC7CC97-9C72-4319-82DE-C7798526A85E}" destId="{1EA0D315-33B9-4558-A19E-328A53A037F5}" srcOrd="0" destOrd="0" presId="urn:microsoft.com/office/officeart/2008/layout/LinedList"/>
    <dgm:cxn modelId="{3CE01D7E-ADF8-4338-B9C8-1A45ED59F918}" type="presParOf" srcId="{7AC7CC97-9C72-4319-82DE-C7798526A85E}" destId="{19F406B4-41E0-479D-8F47-658B681A8AD2}" srcOrd="1" destOrd="0" presId="urn:microsoft.com/office/officeart/2008/layout/LinedList"/>
    <dgm:cxn modelId="{461D151B-371B-40C3-AF34-F416D5549B8A}" type="presParOf" srcId="{7AC7CC97-9C72-4319-82DE-C7798526A85E}" destId="{2B54024A-D3A4-4631-AFE5-04010B525478}" srcOrd="2" destOrd="0" presId="urn:microsoft.com/office/officeart/2008/layout/LinedList"/>
    <dgm:cxn modelId="{AD93E0E4-DF9C-48BC-B569-BFF7EB2E88B5}" type="presParOf" srcId="{2B54024A-D3A4-4631-AFE5-04010B525478}" destId="{E69481F7-3232-49FF-9D58-0A39886CC72B}" srcOrd="0" destOrd="0" presId="urn:microsoft.com/office/officeart/2008/layout/LinedList"/>
    <dgm:cxn modelId="{36394DD8-D3A0-4620-9DAB-850E9B624770}" type="presParOf" srcId="{E69481F7-3232-49FF-9D58-0A39886CC72B}" destId="{11868347-2AE6-4438-B95A-DA4E9C8A27CE}" srcOrd="0" destOrd="0" presId="urn:microsoft.com/office/officeart/2008/layout/LinedList"/>
    <dgm:cxn modelId="{44E955E5-EE72-413D-81E0-1BD2BB6F3FE9}" type="presParOf" srcId="{E69481F7-3232-49FF-9D58-0A39886CC72B}" destId="{02C6BD51-4D24-4AD5-80C6-DC5EBFD16E03}" srcOrd="1" destOrd="0" presId="urn:microsoft.com/office/officeart/2008/layout/LinedList"/>
    <dgm:cxn modelId="{43985C1D-D9B0-49BC-A69A-F8466E86D709}" type="presParOf" srcId="{E69481F7-3232-49FF-9D58-0A39886CC72B}" destId="{3745D0CC-DD79-422E-845C-480C37A30D6C}" srcOrd="2" destOrd="0" presId="urn:microsoft.com/office/officeart/2008/layout/LinedList"/>
    <dgm:cxn modelId="{A07B0F2A-26E3-4EAB-9B4E-6C3F9D65338E}" type="presParOf" srcId="{2B54024A-D3A4-4631-AFE5-04010B525478}" destId="{4320F36F-F323-46BE-BA13-68E86D94F359}" srcOrd="1" destOrd="0" presId="urn:microsoft.com/office/officeart/2008/layout/LinedList"/>
    <dgm:cxn modelId="{816BEEBC-BE98-4599-8EFE-E3656FD22790}" type="presParOf" srcId="{2B54024A-D3A4-4631-AFE5-04010B525478}" destId="{DAFB0DAB-4458-4180-B141-213BA7F21679}" srcOrd="2" destOrd="0" presId="urn:microsoft.com/office/officeart/2008/layout/LinedList"/>
    <dgm:cxn modelId="{669F259D-ED1B-44F2-87C2-B8570E2BDF10}" type="presParOf" srcId="{DAFB0DAB-4458-4180-B141-213BA7F21679}" destId="{FB8385A6-4A8B-47AB-B124-2B16508BBEA6}" srcOrd="0" destOrd="0" presId="urn:microsoft.com/office/officeart/2008/layout/LinedList"/>
    <dgm:cxn modelId="{3058C56C-EA65-49EC-9881-3E0053DB84BB}" type="presParOf" srcId="{DAFB0DAB-4458-4180-B141-213BA7F21679}" destId="{B98BA243-B866-4558-9350-5EA90B1BA22B}" srcOrd="1" destOrd="0" presId="urn:microsoft.com/office/officeart/2008/layout/LinedList"/>
    <dgm:cxn modelId="{2542DC4E-14CE-436D-8029-3AF3443407A7}" type="presParOf" srcId="{DAFB0DAB-4458-4180-B141-213BA7F21679}" destId="{B6C9A9E9-FCD9-4C01-9740-DE28BFC270B9}" srcOrd="2" destOrd="0" presId="urn:microsoft.com/office/officeart/2008/layout/LinedList"/>
    <dgm:cxn modelId="{D9CD8F72-71CE-4B79-ACE6-8F07016EC5F2}" type="presParOf" srcId="{2B54024A-D3A4-4631-AFE5-04010B525478}" destId="{EC000CFE-0862-4C61-BFC4-6A99819FF0D2}" srcOrd="3" destOrd="0" presId="urn:microsoft.com/office/officeart/2008/layout/LinedList"/>
    <dgm:cxn modelId="{C9AF0042-D954-4B57-882A-2552EA3CDA20}" type="presParOf" srcId="{2B54024A-D3A4-4631-AFE5-04010B525478}" destId="{679A8BE5-522A-4453-83CB-486E29A0C7C4}" srcOrd="4" destOrd="0" presId="urn:microsoft.com/office/officeart/2008/layout/LinedList"/>
    <dgm:cxn modelId="{2F36DFA2-18C0-4B57-B416-7881583D5CF4}" type="presParOf" srcId="{679A8BE5-522A-4453-83CB-486E29A0C7C4}" destId="{536E01D4-1F85-4245-9393-1EC12BC63293}" srcOrd="0" destOrd="0" presId="urn:microsoft.com/office/officeart/2008/layout/LinedList"/>
    <dgm:cxn modelId="{1852BD82-0FB0-45E1-A6CC-8D79881BE377}" type="presParOf" srcId="{679A8BE5-522A-4453-83CB-486E29A0C7C4}" destId="{27E4A87D-6CEC-4B4F-89C6-B30090DC7EFE}" srcOrd="1" destOrd="0" presId="urn:microsoft.com/office/officeart/2008/layout/LinedList"/>
    <dgm:cxn modelId="{A18D199B-A80E-4879-8DB5-2B839B882FF9}" type="presParOf" srcId="{679A8BE5-522A-4453-83CB-486E29A0C7C4}" destId="{297EF12D-C4D2-452F-AE22-CDF3438A25F4}" srcOrd="2" destOrd="0" presId="urn:microsoft.com/office/officeart/2008/layout/LinedList"/>
    <dgm:cxn modelId="{5446889C-A6F0-406A-8E19-3B407D2AE878}" type="presParOf" srcId="{2B54024A-D3A4-4631-AFE5-04010B525478}" destId="{B45F8BDA-ECAE-4FF6-A6AB-8357FE31FBC9}" srcOrd="5" destOrd="0" presId="urn:microsoft.com/office/officeart/2008/layout/LinedList"/>
    <dgm:cxn modelId="{A2B711D9-0C73-4406-A359-426C0F6E1CD0}" type="presParOf" srcId="{2B54024A-D3A4-4631-AFE5-04010B525478}" destId="{BDADA62E-9511-48D5-AF2F-C8B252F49092}" srcOrd="6" destOrd="0" presId="urn:microsoft.com/office/officeart/2008/layout/LinedList"/>
    <dgm:cxn modelId="{7EB6BE71-F7B8-4F98-B3DA-1E4E9068C476}" type="presParOf" srcId="{BDADA62E-9511-48D5-AF2F-C8B252F49092}" destId="{30024B04-CBA1-44C2-BE90-0564537D9241}" srcOrd="0" destOrd="0" presId="urn:microsoft.com/office/officeart/2008/layout/LinedList"/>
    <dgm:cxn modelId="{8C9B4237-DFC0-4020-A9EF-71957B957F7F}" type="presParOf" srcId="{BDADA62E-9511-48D5-AF2F-C8B252F49092}" destId="{6C0158F7-AB2A-4274-BA54-9462530CBC27}" srcOrd="1" destOrd="0" presId="urn:microsoft.com/office/officeart/2008/layout/LinedList"/>
    <dgm:cxn modelId="{3325918F-30C0-47F8-A029-00C11A70BE74}" type="presParOf" srcId="{BDADA62E-9511-48D5-AF2F-C8B252F49092}" destId="{D053511F-E0C3-47B2-8B86-CFD64F7F25DB}" srcOrd="2" destOrd="0" presId="urn:microsoft.com/office/officeart/2008/layout/LinedList"/>
    <dgm:cxn modelId="{4F7FDA59-0CD0-43A2-9971-59682D275C49}" type="presParOf" srcId="{2B54024A-D3A4-4631-AFE5-04010B525478}" destId="{1BF77C7D-B2DC-4CAD-ADF5-828D8B0281EC}" srcOrd="7" destOrd="0" presId="urn:microsoft.com/office/officeart/2008/layout/LinedList"/>
    <dgm:cxn modelId="{24519B74-6D0C-4B0A-97F0-6C10E7F7F0C6}" type="presParOf" srcId="{2B54024A-D3A4-4631-AFE5-04010B525478}" destId="{311DFD63-DFFF-4846-997B-6B35A7CFD8C2}" srcOrd="8" destOrd="0" presId="urn:microsoft.com/office/officeart/2008/layout/LinedList"/>
    <dgm:cxn modelId="{C308C0FF-AB85-4947-BA31-921BCA927934}" type="presParOf" srcId="{311DFD63-DFFF-4846-997B-6B35A7CFD8C2}" destId="{465A481C-0721-43BD-90A5-415720D43858}" srcOrd="0" destOrd="0" presId="urn:microsoft.com/office/officeart/2008/layout/LinedList"/>
    <dgm:cxn modelId="{E686C67E-BD3E-4B71-82ED-1A9A9D005BA5}" type="presParOf" srcId="{311DFD63-DFFF-4846-997B-6B35A7CFD8C2}" destId="{6C26F7D4-BE98-4211-9B57-91B9F07176F9}" srcOrd="1" destOrd="0" presId="urn:microsoft.com/office/officeart/2008/layout/LinedList"/>
    <dgm:cxn modelId="{538DD04B-DA5A-4E94-B16B-F495A2DBDAD1}" type="presParOf" srcId="{311DFD63-DFFF-4846-997B-6B35A7CFD8C2}" destId="{1E8CBDD5-3728-410A-AD71-172F21201A2A}" srcOrd="2" destOrd="0" presId="urn:microsoft.com/office/officeart/2008/layout/LinedList"/>
    <dgm:cxn modelId="{688F70BD-8426-4D31-A611-59323BE1331D}" type="presParOf" srcId="{2B54024A-D3A4-4631-AFE5-04010B525478}" destId="{283CF3F2-B363-41D1-9FBD-DB838F2DF452}" srcOrd="9" destOrd="0" presId="urn:microsoft.com/office/officeart/2008/layout/LinedList"/>
    <dgm:cxn modelId="{E5792448-E8E7-4683-B198-12AF0DE76140}" type="presParOf" srcId="{2B54024A-D3A4-4631-AFE5-04010B525478}" destId="{C0985003-4CC2-4EC2-8750-F7BB59ABC015}" srcOrd="10" destOrd="0" presId="urn:microsoft.com/office/officeart/2008/layout/LinedList"/>
    <dgm:cxn modelId="{7F4CF624-16C7-44E8-A194-AFB78FCD1148}" type="presParOf" srcId="{C0985003-4CC2-4EC2-8750-F7BB59ABC015}" destId="{7B7F7DA3-E4A3-4BE3-9A78-5869FF91C081}" srcOrd="0" destOrd="0" presId="urn:microsoft.com/office/officeart/2008/layout/LinedList"/>
    <dgm:cxn modelId="{5EE9E960-E34B-40D8-ADC7-257CAEAEFF01}" type="presParOf" srcId="{C0985003-4CC2-4EC2-8750-F7BB59ABC015}" destId="{B49ED39D-A7D9-4CFC-BF0C-48EE57DA2F4C}" srcOrd="1" destOrd="0" presId="urn:microsoft.com/office/officeart/2008/layout/LinedList"/>
    <dgm:cxn modelId="{910F6156-63C6-4551-9AA4-BBC2B85EF6BB}" type="presParOf" srcId="{C0985003-4CC2-4EC2-8750-F7BB59ABC015}" destId="{70E07800-0A9D-4FE5-88C0-C64393738165}" srcOrd="2" destOrd="0" presId="urn:microsoft.com/office/officeart/2008/layout/LinedList"/>
    <dgm:cxn modelId="{35FE9F7C-D479-4B98-9204-24091277F137}" type="presParOf" srcId="{71B643BA-C567-4AD5-A5FD-1BCAF04782C7}" destId="{1A83C2D3-8158-476D-B015-D3C3B059485C}" srcOrd="5" destOrd="0" presId="urn:microsoft.com/office/officeart/2008/layout/LinedList"/>
    <dgm:cxn modelId="{DE9DC5C3-C728-4441-B0D1-13EB5B762606}" type="presParOf" srcId="{71B643BA-C567-4AD5-A5FD-1BCAF04782C7}" destId="{931901C1-97B0-4A99-8C3B-B7171AA6A6F6}" srcOrd="6"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E45F60-10C3-4F07-B8BA-DF7413381B1B}">
      <dsp:nvSpPr>
        <dsp:cNvPr id="0" name=""/>
        <dsp:cNvSpPr/>
      </dsp:nvSpPr>
      <dsp:spPr>
        <a:xfrm>
          <a:off x="0" y="1745"/>
          <a:ext cx="9233452" cy="69556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IN" sz="2900" kern="1200" dirty="0"/>
            <a:t>Passive Attacks</a:t>
          </a:r>
        </a:p>
      </dsp:txBody>
      <dsp:txXfrm>
        <a:off x="33955" y="35700"/>
        <a:ext cx="9165542" cy="627655"/>
      </dsp:txXfrm>
    </dsp:sp>
    <dsp:sp modelId="{358D94D9-E1D9-43D0-A2C4-406C94C29735}">
      <dsp:nvSpPr>
        <dsp:cNvPr id="0" name=""/>
        <dsp:cNvSpPr/>
      </dsp:nvSpPr>
      <dsp:spPr>
        <a:xfrm>
          <a:off x="0" y="697310"/>
          <a:ext cx="9233452" cy="22211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3162"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en-IN" sz="2300" b="0" i="0" kern="1200" dirty="0"/>
            <a:t>It attempts to learn or make use of information from the system but does not affect system resources</a:t>
          </a:r>
          <a:endParaRPr lang="en-IN" sz="2300" u="sng" kern="1200" dirty="0">
            <a:solidFill>
              <a:schemeClr val="tx1">
                <a:lumMod val="95000"/>
                <a:lumOff val="5000"/>
              </a:schemeClr>
            </a:solidFill>
          </a:endParaRPr>
        </a:p>
        <a:p>
          <a:pPr marL="228600" lvl="1" indent="-228600" algn="l" defTabSz="1022350">
            <a:lnSpc>
              <a:spcPct val="90000"/>
            </a:lnSpc>
            <a:spcBef>
              <a:spcPct val="0"/>
            </a:spcBef>
            <a:spcAft>
              <a:spcPct val="20000"/>
            </a:spcAft>
            <a:buChar char="•"/>
          </a:pPr>
          <a:r>
            <a:rPr lang="en-IN" sz="2300" b="0" i="0" kern="1200" dirty="0"/>
            <a:t>Compromises </a:t>
          </a:r>
          <a:r>
            <a:rPr lang="en-IN" sz="2300" b="0" i="0" u="none" kern="1200" dirty="0">
              <a:solidFill>
                <a:schemeClr val="tx1">
                  <a:lumMod val="95000"/>
                  <a:lumOff val="5000"/>
                </a:schemeClr>
              </a:solidFill>
            </a:rPr>
            <a:t>confidentiality</a:t>
          </a:r>
          <a:endParaRPr lang="en-IN" sz="2300" u="none" kern="1200" dirty="0">
            <a:solidFill>
              <a:schemeClr val="tx1">
                <a:lumMod val="95000"/>
                <a:lumOff val="5000"/>
              </a:schemeClr>
            </a:solidFill>
          </a:endParaRPr>
        </a:p>
        <a:p>
          <a:pPr marL="228600" lvl="1" indent="-228600" algn="l" defTabSz="1022350">
            <a:lnSpc>
              <a:spcPct val="90000"/>
            </a:lnSpc>
            <a:spcBef>
              <a:spcPct val="0"/>
            </a:spcBef>
            <a:spcAft>
              <a:spcPct val="20000"/>
            </a:spcAft>
            <a:buChar char="•"/>
          </a:pPr>
          <a:r>
            <a:rPr lang="en-IN" sz="2300" kern="1200" dirty="0"/>
            <a:t>Monitoring and listening to the communication channel by unauthorized entity</a:t>
          </a:r>
        </a:p>
        <a:p>
          <a:pPr marL="228600" lvl="1" indent="-228600" algn="l" defTabSz="1022350">
            <a:lnSpc>
              <a:spcPct val="90000"/>
            </a:lnSpc>
            <a:spcBef>
              <a:spcPct val="0"/>
            </a:spcBef>
            <a:spcAft>
              <a:spcPct val="20000"/>
            </a:spcAft>
            <a:buChar char="•"/>
          </a:pPr>
          <a:endParaRPr lang="en-IN" sz="2300" kern="1200" dirty="0"/>
        </a:p>
      </dsp:txBody>
      <dsp:txXfrm>
        <a:off x="0" y="697310"/>
        <a:ext cx="9233452" cy="2221109"/>
      </dsp:txXfrm>
    </dsp:sp>
    <dsp:sp modelId="{02610510-D466-44C8-9329-4CAD50DC3FF2}">
      <dsp:nvSpPr>
        <dsp:cNvPr id="0" name=""/>
        <dsp:cNvSpPr/>
      </dsp:nvSpPr>
      <dsp:spPr>
        <a:xfrm>
          <a:off x="0" y="2918420"/>
          <a:ext cx="9233452" cy="69556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IN" sz="2900" kern="1200" dirty="0"/>
            <a:t>Active Attacks</a:t>
          </a:r>
        </a:p>
      </dsp:txBody>
      <dsp:txXfrm>
        <a:off x="33955" y="2952375"/>
        <a:ext cx="9165542" cy="627655"/>
      </dsp:txXfrm>
    </dsp:sp>
    <dsp:sp modelId="{7473193A-6684-4A09-9B50-2BEF161204F5}">
      <dsp:nvSpPr>
        <dsp:cNvPr id="0" name=""/>
        <dsp:cNvSpPr/>
      </dsp:nvSpPr>
      <dsp:spPr>
        <a:xfrm>
          <a:off x="0" y="3613985"/>
          <a:ext cx="9233452" cy="18309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93162"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en-IN" sz="2300" b="0" i="0" kern="1200" dirty="0"/>
            <a:t>The attack can be </a:t>
          </a:r>
          <a:r>
            <a:rPr lang="en-IN" sz="2300" b="0" i="1" kern="1200" dirty="0"/>
            <a:t>active</a:t>
          </a:r>
          <a:r>
            <a:rPr lang="en-IN" sz="2300" b="0" i="0" kern="1200" dirty="0"/>
            <a:t> when it attempts to alter system resources or affect their operation</a:t>
          </a:r>
          <a:endParaRPr lang="en-IN" sz="2300" kern="1200" dirty="0"/>
        </a:p>
        <a:p>
          <a:pPr marL="228600" lvl="1" indent="-228600" algn="l" defTabSz="1022350">
            <a:lnSpc>
              <a:spcPct val="90000"/>
            </a:lnSpc>
            <a:spcBef>
              <a:spcPct val="0"/>
            </a:spcBef>
            <a:spcAft>
              <a:spcPct val="20000"/>
            </a:spcAft>
            <a:buChar char="•"/>
          </a:pPr>
          <a:r>
            <a:rPr lang="en-IN" sz="2300" b="0" i="0" kern="1200" dirty="0"/>
            <a:t>It compromises integrity or availability</a:t>
          </a:r>
          <a:endParaRPr lang="en-IN" sz="2300" kern="1200" dirty="0"/>
        </a:p>
        <a:p>
          <a:pPr marL="228600" lvl="1" indent="-228600" algn="l" defTabSz="1022350">
            <a:lnSpc>
              <a:spcPct val="90000"/>
            </a:lnSpc>
            <a:spcBef>
              <a:spcPct val="0"/>
            </a:spcBef>
            <a:spcAft>
              <a:spcPct val="20000"/>
            </a:spcAft>
            <a:buChar char="•"/>
          </a:pPr>
          <a:r>
            <a:rPr lang="en-IN" sz="2300" kern="1200" dirty="0"/>
            <a:t>Monitoring, listening to and modification of data stream in the communication channel by unauthorized entity </a:t>
          </a:r>
        </a:p>
      </dsp:txBody>
      <dsp:txXfrm>
        <a:off x="0" y="3613985"/>
        <a:ext cx="9233452" cy="18309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E51497-F00E-42BA-9BD1-FC9884121AC1}">
      <dsp:nvSpPr>
        <dsp:cNvPr id="0" name=""/>
        <dsp:cNvSpPr/>
      </dsp:nvSpPr>
      <dsp:spPr>
        <a:xfrm>
          <a:off x="0" y="647417"/>
          <a:ext cx="5579166" cy="81549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IN" sz="3400" kern="1200" dirty="0"/>
            <a:t>Eavesdropping or monitoring</a:t>
          </a:r>
        </a:p>
      </dsp:txBody>
      <dsp:txXfrm>
        <a:off x="39809" y="687226"/>
        <a:ext cx="5499548" cy="735872"/>
      </dsp:txXfrm>
    </dsp:sp>
    <dsp:sp modelId="{96411C37-ECE2-4ACD-9C2C-FD09149A6095}">
      <dsp:nvSpPr>
        <dsp:cNvPr id="0" name=""/>
        <dsp:cNvSpPr/>
      </dsp:nvSpPr>
      <dsp:spPr>
        <a:xfrm>
          <a:off x="0" y="1560828"/>
          <a:ext cx="5579166" cy="81549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IN" sz="3400" kern="1200"/>
            <a:t>Traffic Analysis</a:t>
          </a:r>
          <a:endParaRPr lang="en-IN" sz="3400" kern="1200" dirty="0"/>
        </a:p>
      </dsp:txBody>
      <dsp:txXfrm>
        <a:off x="39809" y="1600637"/>
        <a:ext cx="5499548" cy="735872"/>
      </dsp:txXfrm>
    </dsp:sp>
    <dsp:sp modelId="{97EE9D2D-088D-45D8-A8E9-811E84E550C7}">
      <dsp:nvSpPr>
        <dsp:cNvPr id="0" name=""/>
        <dsp:cNvSpPr/>
      </dsp:nvSpPr>
      <dsp:spPr>
        <a:xfrm>
          <a:off x="0" y="2474238"/>
          <a:ext cx="5579166" cy="815490"/>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IN" sz="3400" kern="1200"/>
            <a:t>Camouflage Adversaries</a:t>
          </a:r>
          <a:endParaRPr lang="en-IN" sz="3400" kern="1200" dirty="0"/>
        </a:p>
      </dsp:txBody>
      <dsp:txXfrm>
        <a:off x="39809" y="2514047"/>
        <a:ext cx="5499548" cy="7358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17BBF2-1D51-4949-98A1-010D5E1CE282}">
      <dsp:nvSpPr>
        <dsp:cNvPr id="0" name=""/>
        <dsp:cNvSpPr/>
      </dsp:nvSpPr>
      <dsp:spPr>
        <a:xfrm>
          <a:off x="0" y="17312"/>
          <a:ext cx="5803348" cy="74203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IN" sz="3000" kern="1200" dirty="0"/>
            <a:t>1.SYN Flooding</a:t>
          </a:r>
        </a:p>
      </dsp:txBody>
      <dsp:txXfrm>
        <a:off x="36223" y="53535"/>
        <a:ext cx="5730902" cy="669589"/>
      </dsp:txXfrm>
    </dsp:sp>
    <dsp:sp modelId="{0F307EF4-30C8-4530-8CF6-C4742466DB48}">
      <dsp:nvSpPr>
        <dsp:cNvPr id="0" name=""/>
        <dsp:cNvSpPr/>
      </dsp:nvSpPr>
      <dsp:spPr>
        <a:xfrm>
          <a:off x="0" y="845748"/>
          <a:ext cx="5803348" cy="74203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IN" sz="3000" kern="1200" dirty="0"/>
            <a:t>2.Ping of Death</a:t>
          </a:r>
        </a:p>
      </dsp:txBody>
      <dsp:txXfrm>
        <a:off x="36223" y="881971"/>
        <a:ext cx="5730902" cy="669589"/>
      </dsp:txXfrm>
    </dsp:sp>
    <dsp:sp modelId="{099AF39A-2EC9-4E02-9040-985330A55FA9}">
      <dsp:nvSpPr>
        <dsp:cNvPr id="0" name=""/>
        <dsp:cNvSpPr/>
      </dsp:nvSpPr>
      <dsp:spPr>
        <a:xfrm>
          <a:off x="0" y="1674183"/>
          <a:ext cx="5803348" cy="74203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IN" sz="3000" kern="1200" dirty="0"/>
            <a:t>3.Ping Flooding</a:t>
          </a:r>
        </a:p>
      </dsp:txBody>
      <dsp:txXfrm>
        <a:off x="36223" y="1710406"/>
        <a:ext cx="5730902" cy="669589"/>
      </dsp:txXfrm>
    </dsp:sp>
    <dsp:sp modelId="{1852991B-7C17-4747-B43C-D9EB43C57F9E}">
      <dsp:nvSpPr>
        <dsp:cNvPr id="0" name=""/>
        <dsp:cNvSpPr/>
      </dsp:nvSpPr>
      <dsp:spPr>
        <a:xfrm>
          <a:off x="0" y="2502619"/>
          <a:ext cx="5803348" cy="742035"/>
        </a:xfrm>
        <a:prstGeom prst="round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IN" sz="3000" kern="1200" dirty="0"/>
            <a:t>4.Amplification Attacks</a:t>
          </a:r>
          <a:r>
            <a:rPr lang="en-IN" sz="3000" b="1" kern="1200" dirty="0">
              <a:solidFill>
                <a:srgbClr val="333333"/>
              </a:solidFill>
              <a:latin typeface="Source Sans Pro" panose="020B0503030403020204" pitchFamily="34" charset="0"/>
            </a:rPr>
            <a:t> </a:t>
          </a:r>
          <a:endParaRPr lang="en-IN" sz="3000" kern="1200" dirty="0"/>
        </a:p>
      </dsp:txBody>
      <dsp:txXfrm>
        <a:off x="36223" y="2538842"/>
        <a:ext cx="5730902" cy="669589"/>
      </dsp:txXfrm>
    </dsp:sp>
    <dsp:sp modelId="{A38479E0-459A-4F57-B4E4-FB7493686273}">
      <dsp:nvSpPr>
        <dsp:cNvPr id="0" name=""/>
        <dsp:cNvSpPr/>
      </dsp:nvSpPr>
      <dsp:spPr>
        <a:xfrm>
          <a:off x="0" y="3244655"/>
          <a:ext cx="5803348" cy="496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256" tIns="38100" rIns="213360" bIns="38100" numCol="1" spcCol="1270" anchor="t" anchorCtr="0">
          <a:noAutofit/>
        </a:bodyPr>
        <a:lstStyle/>
        <a:p>
          <a:pPr marL="228600" lvl="1" indent="-228600" algn="l" defTabSz="1022350">
            <a:lnSpc>
              <a:spcPct val="90000"/>
            </a:lnSpc>
            <a:spcBef>
              <a:spcPct val="0"/>
            </a:spcBef>
            <a:spcAft>
              <a:spcPct val="20000"/>
            </a:spcAft>
            <a:buChar char="•"/>
          </a:pPr>
          <a:r>
            <a:rPr lang="en-IN" sz="2300" kern="1200" dirty="0"/>
            <a:t>Smurf Attacks</a:t>
          </a:r>
        </a:p>
      </dsp:txBody>
      <dsp:txXfrm>
        <a:off x="0" y="3244655"/>
        <a:ext cx="5803348" cy="4968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9A99A0-63A7-4DDB-A800-F2093AA61923}">
      <dsp:nvSpPr>
        <dsp:cNvPr id="0" name=""/>
        <dsp:cNvSpPr/>
      </dsp:nvSpPr>
      <dsp:spPr>
        <a:xfrm>
          <a:off x="0" y="0"/>
          <a:ext cx="4998720" cy="0"/>
        </a:xfrm>
        <a:prstGeom prst="line">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81DEF07-81E7-4BFC-BAB9-9ADADC663CB2}">
      <dsp:nvSpPr>
        <dsp:cNvPr id="0" name=""/>
        <dsp:cNvSpPr/>
      </dsp:nvSpPr>
      <dsp:spPr>
        <a:xfrm>
          <a:off x="0" y="0"/>
          <a:ext cx="999744" cy="4131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IN" sz="2000" kern="1200" dirty="0"/>
            <a:t>Security Attacks</a:t>
          </a:r>
        </a:p>
      </dsp:txBody>
      <dsp:txXfrm>
        <a:off x="0" y="0"/>
        <a:ext cx="999744" cy="4131734"/>
      </dsp:txXfrm>
    </dsp:sp>
    <dsp:sp modelId="{5844B51B-4ECE-446B-A3A4-6314E41961F8}">
      <dsp:nvSpPr>
        <dsp:cNvPr id="0" name=""/>
        <dsp:cNvSpPr/>
      </dsp:nvSpPr>
      <dsp:spPr>
        <a:xfrm>
          <a:off x="1074724" y="96030"/>
          <a:ext cx="1924507" cy="1920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IN" sz="4200" kern="1200" dirty="0"/>
            <a:t>Passive </a:t>
          </a:r>
        </a:p>
      </dsp:txBody>
      <dsp:txXfrm>
        <a:off x="1074724" y="96030"/>
        <a:ext cx="1924507" cy="1920610"/>
      </dsp:txXfrm>
    </dsp:sp>
    <dsp:sp modelId="{0B99473E-BA56-4999-BDC0-AD608FD4326C}">
      <dsp:nvSpPr>
        <dsp:cNvPr id="0" name=""/>
        <dsp:cNvSpPr/>
      </dsp:nvSpPr>
      <dsp:spPr>
        <a:xfrm>
          <a:off x="3074212" y="96030"/>
          <a:ext cx="1924507" cy="639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t>Eavesdropping</a:t>
          </a:r>
        </a:p>
      </dsp:txBody>
      <dsp:txXfrm>
        <a:off x="3074212" y="96030"/>
        <a:ext cx="1924507" cy="639578"/>
      </dsp:txXfrm>
    </dsp:sp>
    <dsp:sp modelId="{563F05E6-C245-482B-8EDA-13CFDF7D6D5B}">
      <dsp:nvSpPr>
        <dsp:cNvPr id="0" name=""/>
        <dsp:cNvSpPr/>
      </dsp:nvSpPr>
      <dsp:spPr>
        <a:xfrm>
          <a:off x="2999232" y="735608"/>
          <a:ext cx="1924507"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3BD4312-7924-4ACD-A1A2-F1515BBF311E}">
      <dsp:nvSpPr>
        <dsp:cNvPr id="0" name=""/>
        <dsp:cNvSpPr/>
      </dsp:nvSpPr>
      <dsp:spPr>
        <a:xfrm>
          <a:off x="3074212" y="735608"/>
          <a:ext cx="1924507" cy="639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t>Traffic Analysis</a:t>
          </a:r>
        </a:p>
      </dsp:txBody>
      <dsp:txXfrm>
        <a:off x="3074212" y="735608"/>
        <a:ext cx="1924507" cy="639578"/>
      </dsp:txXfrm>
    </dsp:sp>
    <dsp:sp modelId="{61E8008E-12F3-4FAA-8A9A-ECA488126953}">
      <dsp:nvSpPr>
        <dsp:cNvPr id="0" name=""/>
        <dsp:cNvSpPr/>
      </dsp:nvSpPr>
      <dsp:spPr>
        <a:xfrm>
          <a:off x="2999232" y="1375187"/>
          <a:ext cx="1924507"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295B022-3BF1-4CD1-8537-5D0A4CC892DF}">
      <dsp:nvSpPr>
        <dsp:cNvPr id="0" name=""/>
        <dsp:cNvSpPr/>
      </dsp:nvSpPr>
      <dsp:spPr>
        <a:xfrm>
          <a:off x="3074212" y="1375187"/>
          <a:ext cx="1924507" cy="639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err="1"/>
            <a:t>Camouflauge</a:t>
          </a:r>
          <a:r>
            <a:rPr lang="en-IN" sz="1400" kern="1200" dirty="0"/>
            <a:t> Adversaries</a:t>
          </a:r>
        </a:p>
      </dsp:txBody>
      <dsp:txXfrm>
        <a:off x="3074212" y="1375187"/>
        <a:ext cx="1924507" cy="639578"/>
      </dsp:txXfrm>
    </dsp:sp>
    <dsp:sp modelId="{B30A7811-FA08-4819-A0F7-075907D533FE}">
      <dsp:nvSpPr>
        <dsp:cNvPr id="0" name=""/>
        <dsp:cNvSpPr/>
      </dsp:nvSpPr>
      <dsp:spPr>
        <a:xfrm>
          <a:off x="999744" y="2016641"/>
          <a:ext cx="3998976"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9F406B4-41E0-479D-8F47-658B681A8AD2}">
      <dsp:nvSpPr>
        <dsp:cNvPr id="0" name=""/>
        <dsp:cNvSpPr/>
      </dsp:nvSpPr>
      <dsp:spPr>
        <a:xfrm>
          <a:off x="1074724" y="2112671"/>
          <a:ext cx="1924507" cy="19206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0020" tIns="160020" rIns="160020" bIns="160020" numCol="1" spcCol="1270" anchor="t" anchorCtr="0">
          <a:noAutofit/>
        </a:bodyPr>
        <a:lstStyle/>
        <a:p>
          <a:pPr marL="0" lvl="0" indent="0" algn="l" defTabSz="1866900">
            <a:lnSpc>
              <a:spcPct val="90000"/>
            </a:lnSpc>
            <a:spcBef>
              <a:spcPct val="0"/>
            </a:spcBef>
            <a:spcAft>
              <a:spcPct val="35000"/>
            </a:spcAft>
            <a:buNone/>
          </a:pPr>
          <a:r>
            <a:rPr lang="en-IN" sz="4200" kern="1200" dirty="0"/>
            <a:t>Active</a:t>
          </a:r>
        </a:p>
      </dsp:txBody>
      <dsp:txXfrm>
        <a:off x="1074724" y="2112671"/>
        <a:ext cx="1924507" cy="1920610"/>
      </dsp:txXfrm>
    </dsp:sp>
    <dsp:sp modelId="{02C6BD51-4D24-4AD5-80C6-DC5EBFD16E03}">
      <dsp:nvSpPr>
        <dsp:cNvPr id="0" name=""/>
        <dsp:cNvSpPr/>
      </dsp:nvSpPr>
      <dsp:spPr>
        <a:xfrm>
          <a:off x="3074212" y="2112671"/>
          <a:ext cx="1924507" cy="319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t>DoS and </a:t>
          </a:r>
          <a:r>
            <a:rPr lang="en-IN" sz="1400" kern="1200" dirty="0" err="1"/>
            <a:t>Ddos</a:t>
          </a:r>
          <a:r>
            <a:rPr lang="en-IN" sz="1400" kern="1200" dirty="0"/>
            <a:t> Attack</a:t>
          </a:r>
        </a:p>
      </dsp:txBody>
      <dsp:txXfrm>
        <a:off x="3074212" y="2112671"/>
        <a:ext cx="1924507" cy="319789"/>
      </dsp:txXfrm>
    </dsp:sp>
    <dsp:sp modelId="{4320F36F-F323-46BE-BA13-68E86D94F359}">
      <dsp:nvSpPr>
        <dsp:cNvPr id="0" name=""/>
        <dsp:cNvSpPr/>
      </dsp:nvSpPr>
      <dsp:spPr>
        <a:xfrm>
          <a:off x="2999232" y="2432460"/>
          <a:ext cx="1924507"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98BA243-B866-4558-9350-5EA90B1BA22B}">
      <dsp:nvSpPr>
        <dsp:cNvPr id="0" name=""/>
        <dsp:cNvSpPr/>
      </dsp:nvSpPr>
      <dsp:spPr>
        <a:xfrm>
          <a:off x="3074212" y="2432460"/>
          <a:ext cx="1924507" cy="319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t>SYN Flooding</a:t>
          </a:r>
        </a:p>
      </dsp:txBody>
      <dsp:txXfrm>
        <a:off x="3074212" y="2432460"/>
        <a:ext cx="1924507" cy="319789"/>
      </dsp:txXfrm>
    </dsp:sp>
    <dsp:sp modelId="{EC000CFE-0862-4C61-BFC4-6A99819FF0D2}">
      <dsp:nvSpPr>
        <dsp:cNvPr id="0" name=""/>
        <dsp:cNvSpPr/>
      </dsp:nvSpPr>
      <dsp:spPr>
        <a:xfrm>
          <a:off x="2999232" y="2752250"/>
          <a:ext cx="1924507"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7E4A87D-6CEC-4B4F-89C6-B30090DC7EFE}">
      <dsp:nvSpPr>
        <dsp:cNvPr id="0" name=""/>
        <dsp:cNvSpPr/>
      </dsp:nvSpPr>
      <dsp:spPr>
        <a:xfrm>
          <a:off x="3074212" y="2752250"/>
          <a:ext cx="1924507" cy="319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t>Ping the Death</a:t>
          </a:r>
        </a:p>
      </dsp:txBody>
      <dsp:txXfrm>
        <a:off x="3074212" y="2752250"/>
        <a:ext cx="1924507" cy="319789"/>
      </dsp:txXfrm>
    </dsp:sp>
    <dsp:sp modelId="{B45F8BDA-ECAE-4FF6-A6AB-8357FE31FBC9}">
      <dsp:nvSpPr>
        <dsp:cNvPr id="0" name=""/>
        <dsp:cNvSpPr/>
      </dsp:nvSpPr>
      <dsp:spPr>
        <a:xfrm>
          <a:off x="2999232" y="3072039"/>
          <a:ext cx="1924507"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C0158F7-AB2A-4274-BA54-9462530CBC27}">
      <dsp:nvSpPr>
        <dsp:cNvPr id="0" name=""/>
        <dsp:cNvSpPr/>
      </dsp:nvSpPr>
      <dsp:spPr>
        <a:xfrm>
          <a:off x="3074212" y="3072039"/>
          <a:ext cx="1924507" cy="319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t>Ping Flooding</a:t>
          </a:r>
        </a:p>
      </dsp:txBody>
      <dsp:txXfrm>
        <a:off x="3074212" y="3072039"/>
        <a:ext cx="1924507" cy="319789"/>
      </dsp:txXfrm>
    </dsp:sp>
    <dsp:sp modelId="{1BF77C7D-B2DC-4CAD-ADF5-828D8B0281EC}">
      <dsp:nvSpPr>
        <dsp:cNvPr id="0" name=""/>
        <dsp:cNvSpPr/>
      </dsp:nvSpPr>
      <dsp:spPr>
        <a:xfrm>
          <a:off x="2999232" y="3391828"/>
          <a:ext cx="1924507"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C26F7D4-BE98-4211-9B57-91B9F07176F9}">
      <dsp:nvSpPr>
        <dsp:cNvPr id="0" name=""/>
        <dsp:cNvSpPr/>
      </dsp:nvSpPr>
      <dsp:spPr>
        <a:xfrm>
          <a:off x="3074212" y="3391828"/>
          <a:ext cx="1924507" cy="319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a:t>Amplification , Smurf</a:t>
          </a:r>
        </a:p>
      </dsp:txBody>
      <dsp:txXfrm>
        <a:off x="3074212" y="3391828"/>
        <a:ext cx="1924507" cy="319789"/>
      </dsp:txXfrm>
    </dsp:sp>
    <dsp:sp modelId="{283CF3F2-B363-41D1-9FBD-DB838F2DF452}">
      <dsp:nvSpPr>
        <dsp:cNvPr id="0" name=""/>
        <dsp:cNvSpPr/>
      </dsp:nvSpPr>
      <dsp:spPr>
        <a:xfrm>
          <a:off x="2999232" y="3711617"/>
          <a:ext cx="1924507"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49ED39D-A7D9-4CFC-BF0C-48EE57DA2F4C}">
      <dsp:nvSpPr>
        <dsp:cNvPr id="0" name=""/>
        <dsp:cNvSpPr/>
      </dsp:nvSpPr>
      <dsp:spPr>
        <a:xfrm>
          <a:off x="3074212" y="3711617"/>
          <a:ext cx="1924507" cy="319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en-IN" sz="1400" kern="1200" dirty="0" err="1"/>
            <a:t>Swoloris</a:t>
          </a:r>
          <a:r>
            <a:rPr lang="en-IN" sz="1400" kern="1200" dirty="0"/>
            <a:t> Tool</a:t>
          </a:r>
        </a:p>
      </dsp:txBody>
      <dsp:txXfrm>
        <a:off x="3074212" y="3711617"/>
        <a:ext cx="1924507" cy="319789"/>
      </dsp:txXfrm>
    </dsp:sp>
    <dsp:sp modelId="{1A83C2D3-8158-476D-B015-D3C3B059485C}">
      <dsp:nvSpPr>
        <dsp:cNvPr id="0" name=""/>
        <dsp:cNvSpPr/>
      </dsp:nvSpPr>
      <dsp:spPr>
        <a:xfrm>
          <a:off x="999744" y="4033282"/>
          <a:ext cx="3998976" cy="0"/>
        </a:xfrm>
        <a:prstGeom prst="line">
          <a:avLst/>
        </a:prstGeom>
        <a:solidFill>
          <a:schemeClr val="accent1">
            <a:hueOff val="0"/>
            <a:satOff val="0"/>
            <a:lumOff val="0"/>
            <a:alphaOff val="0"/>
          </a:schemeClr>
        </a:solidFill>
        <a:ln w="15875"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1T19:01:58.740"/>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1T19:02:07.480"/>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1T19:02:08.401"/>
    </inkml:context>
    <inkml:brush xml:id="br0">
      <inkml:brushProperty name="width" value="0.05" units="cm"/>
      <inkml:brushProperty name="height" value="0.05" units="cm"/>
      <inkml:brushProperty name="color" value="#E71224"/>
    </inkml:brush>
  </inkml:definitions>
  <inkml:trace contextRef="#ctx0" brushRef="#br0">0 1 24575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1T19:02:11.169"/>
    </inkml:context>
    <inkml:brush xml:id="br0">
      <inkml:brushProperty name="width" value="0.05" units="cm"/>
      <inkml:brushProperty name="height" value="0.05" units="cm"/>
      <inkml:brushProperty name="color" value="#E71224"/>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1T19:02:12.158"/>
    </inkml:context>
    <inkml:brush xml:id="br0">
      <inkml:brushProperty name="width" value="0.05" units="cm"/>
      <inkml:brushProperty name="height" value="0.05" units="cm"/>
      <inkml:brushProperty name="color" value="#E71224"/>
    </inkml:brush>
  </inkml:definitions>
  <inkml:trace contextRef="#ctx0" brushRef="#br0">0 1 24575,'0'0'-8191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1T19:02:22.034"/>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1T19:04:10.151"/>
    </inkml:context>
    <inkml:brush xml:id="br0">
      <inkml:brushProperty name="width" value="0.05" units="cm"/>
      <inkml:brushProperty name="height" value="0.05" units="cm"/>
      <inkml:brushProperty name="color" value="#E71224"/>
    </inkml:brush>
  </inkml:definitions>
  <inkml:trace contextRef="#ctx0" brushRef="#br0">1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80AA39-9395-4721-94CE-DB1A5F9C2D5B}" type="datetimeFigureOut">
              <a:rPr lang="en-IN" smtClean="0"/>
              <a:t>21-10-2023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194F33-045F-4586-BE60-8AB33D318D65}" type="slidenum">
              <a:rPr lang="en-IN" smtClean="0"/>
              <a:t>‹#›</a:t>
            </a:fld>
            <a:endParaRPr lang="en-IN"/>
          </a:p>
        </p:txBody>
      </p:sp>
    </p:spTree>
    <p:extLst>
      <p:ext uri="{BB962C8B-B14F-4D97-AF65-F5344CB8AC3E}">
        <p14:creationId xmlns:p14="http://schemas.microsoft.com/office/powerpoint/2010/main" val="3892058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3FE072-73C1-4A70-BA58-6D8F2EA73922}" type="datetimeFigureOut">
              <a:rPr lang="en-IN" smtClean="0"/>
              <a:t>21-10-2023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FC1D48-0EBE-4751-A5E2-D5068C4EE79A}"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83133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FE072-73C1-4A70-BA58-6D8F2EA73922}" type="datetimeFigureOut">
              <a:rPr lang="en-IN" smtClean="0"/>
              <a:t>21-10-2023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FC1D48-0EBE-4751-A5E2-D5068C4EE79A}" type="slidenum">
              <a:rPr lang="en-IN" smtClean="0"/>
              <a:t>‹#›</a:t>
            </a:fld>
            <a:endParaRPr lang="en-IN"/>
          </a:p>
        </p:txBody>
      </p:sp>
    </p:spTree>
    <p:extLst>
      <p:ext uri="{BB962C8B-B14F-4D97-AF65-F5344CB8AC3E}">
        <p14:creationId xmlns:p14="http://schemas.microsoft.com/office/powerpoint/2010/main" val="1600963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3FE072-73C1-4A70-BA58-6D8F2EA73922}" type="datetimeFigureOut">
              <a:rPr lang="en-IN" smtClean="0"/>
              <a:t>21-10-2023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FC1D48-0EBE-4751-A5E2-D5068C4EE79A}"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7265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3FE072-73C1-4A70-BA58-6D8F2EA73922}" type="datetimeFigureOut">
              <a:rPr lang="en-IN" smtClean="0"/>
              <a:t>21-10-2023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FC1D48-0EBE-4751-A5E2-D5068C4EE79A}" type="slidenum">
              <a:rPr lang="en-IN" smtClean="0"/>
              <a:t>‹#›</a:t>
            </a:fld>
            <a:endParaRPr lang="en-IN"/>
          </a:p>
        </p:txBody>
      </p:sp>
    </p:spTree>
    <p:extLst>
      <p:ext uri="{BB962C8B-B14F-4D97-AF65-F5344CB8AC3E}">
        <p14:creationId xmlns:p14="http://schemas.microsoft.com/office/powerpoint/2010/main" val="2615403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3FE072-73C1-4A70-BA58-6D8F2EA73922}" type="datetimeFigureOut">
              <a:rPr lang="en-IN" smtClean="0"/>
              <a:t>21-10-2023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FFC1D48-0EBE-4751-A5E2-D5068C4EE79A}" type="slidenum">
              <a:rPr lang="en-IN" smtClean="0"/>
              <a:t>‹#›</a:t>
            </a:fld>
            <a:endParaRPr lang="en-IN"/>
          </a:p>
        </p:txBody>
      </p:sp>
    </p:spTree>
    <p:extLst>
      <p:ext uri="{BB962C8B-B14F-4D97-AF65-F5344CB8AC3E}">
        <p14:creationId xmlns:p14="http://schemas.microsoft.com/office/powerpoint/2010/main" val="86757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3FE072-73C1-4A70-BA58-6D8F2EA73922}" type="datetimeFigureOut">
              <a:rPr lang="en-IN" smtClean="0"/>
              <a:t>21-10-2023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FFC1D48-0EBE-4751-A5E2-D5068C4EE79A}" type="slidenum">
              <a:rPr lang="en-IN" smtClean="0"/>
              <a:t>‹#›</a:t>
            </a:fld>
            <a:endParaRPr lang="en-IN"/>
          </a:p>
        </p:txBody>
      </p:sp>
    </p:spTree>
    <p:extLst>
      <p:ext uri="{BB962C8B-B14F-4D97-AF65-F5344CB8AC3E}">
        <p14:creationId xmlns:p14="http://schemas.microsoft.com/office/powerpoint/2010/main" val="16745484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C3FE072-73C1-4A70-BA58-6D8F2EA73922}" type="datetimeFigureOut">
              <a:rPr lang="en-IN" smtClean="0"/>
              <a:t>21-10-2023</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0FFC1D48-0EBE-4751-A5E2-D5068C4EE79A}" type="slidenum">
              <a:rPr lang="en-IN" smtClean="0"/>
              <a:t>‹#›</a:t>
            </a:fld>
            <a:endParaRPr lang="en-IN"/>
          </a:p>
        </p:txBody>
      </p:sp>
    </p:spTree>
    <p:extLst>
      <p:ext uri="{BB962C8B-B14F-4D97-AF65-F5344CB8AC3E}">
        <p14:creationId xmlns:p14="http://schemas.microsoft.com/office/powerpoint/2010/main" val="304236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AC3FE072-73C1-4A70-BA58-6D8F2EA73922}" type="datetimeFigureOut">
              <a:rPr lang="en-IN" smtClean="0"/>
              <a:t>21-10-2023</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0FFC1D48-0EBE-4751-A5E2-D5068C4EE79A}" type="slidenum">
              <a:rPr lang="en-IN" smtClean="0"/>
              <a:t>‹#›</a:t>
            </a:fld>
            <a:endParaRPr lang="en-IN"/>
          </a:p>
        </p:txBody>
      </p:sp>
    </p:spTree>
    <p:extLst>
      <p:ext uri="{BB962C8B-B14F-4D97-AF65-F5344CB8AC3E}">
        <p14:creationId xmlns:p14="http://schemas.microsoft.com/office/powerpoint/2010/main" val="328168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3FE072-73C1-4A70-BA58-6D8F2EA73922}" type="datetimeFigureOut">
              <a:rPr lang="en-IN" smtClean="0"/>
              <a:t>21-10-2023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FC1D48-0EBE-4751-A5E2-D5068C4EE79A}" type="slidenum">
              <a:rPr lang="en-IN" smtClean="0"/>
              <a:t>‹#›</a:t>
            </a:fld>
            <a:endParaRPr lang="en-IN"/>
          </a:p>
        </p:txBody>
      </p:sp>
    </p:spTree>
    <p:extLst>
      <p:ext uri="{BB962C8B-B14F-4D97-AF65-F5344CB8AC3E}">
        <p14:creationId xmlns:p14="http://schemas.microsoft.com/office/powerpoint/2010/main" val="608033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FE072-73C1-4A70-BA58-6D8F2EA73922}" type="datetimeFigureOut">
              <a:rPr lang="en-IN" smtClean="0"/>
              <a:t>21-10-2023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FC1D48-0EBE-4751-A5E2-D5068C4EE79A}" type="slidenum">
              <a:rPr lang="en-IN" smtClean="0"/>
              <a:t>‹#›</a:t>
            </a:fld>
            <a:endParaRPr lang="en-IN"/>
          </a:p>
        </p:txBody>
      </p:sp>
    </p:spTree>
    <p:extLst>
      <p:ext uri="{BB962C8B-B14F-4D97-AF65-F5344CB8AC3E}">
        <p14:creationId xmlns:p14="http://schemas.microsoft.com/office/powerpoint/2010/main" val="2293596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3FE072-73C1-4A70-BA58-6D8F2EA73922}" type="datetimeFigureOut">
              <a:rPr lang="en-IN" smtClean="0"/>
              <a:t>21-10-2023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FC1D48-0EBE-4751-A5E2-D5068C4EE79A}" type="slidenum">
              <a:rPr lang="en-IN" smtClean="0"/>
              <a:t>‹#›</a:t>
            </a:fld>
            <a:endParaRPr lang="en-IN"/>
          </a:p>
        </p:txBody>
      </p:sp>
    </p:spTree>
    <p:extLst>
      <p:ext uri="{BB962C8B-B14F-4D97-AF65-F5344CB8AC3E}">
        <p14:creationId xmlns:p14="http://schemas.microsoft.com/office/powerpoint/2010/main" val="1182642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AC3FE072-73C1-4A70-BA58-6D8F2EA73922}" type="datetimeFigureOut">
              <a:rPr lang="en-IN" smtClean="0"/>
              <a:t>21-10-2023</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0FFC1D48-0EBE-4751-A5E2-D5068C4EE79A}"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3413038"/>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4.jpeg"/><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14.png"/><Relationship Id="rId7" Type="http://schemas.openxmlformats.org/officeDocument/2006/relationships/customXml" Target="../ink/ink3.xml"/><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media/image90.png"/><Relationship Id="rId10" Type="http://schemas.openxmlformats.org/officeDocument/2006/relationships/customXml" Target="../ink/ink6.xml"/><Relationship Id="rId4" Type="http://schemas.openxmlformats.org/officeDocument/2006/relationships/customXml" Target="../ink/ink1.xml"/><Relationship Id="rId9" Type="http://schemas.openxmlformats.org/officeDocument/2006/relationships/customXml" Target="../ink/ink5.xml"/></Relationships>
</file>

<file path=ppt/slides/_rels/slide22.xml.rels><?xml version="1.0" encoding="UTF-8" standalone="yes"?>
<Relationships xmlns="http://schemas.openxmlformats.org/package/2006/relationships"><Relationship Id="rId2" Type="http://schemas.openxmlformats.org/officeDocument/2006/relationships/customXml" Target="../ink/ink7.xml"/><Relationship Id="rId1" Type="http://schemas.openxmlformats.org/officeDocument/2006/relationships/slideLayout" Target="../slideLayouts/slideLayout2.xml"/><Relationship Id="rId6" Type="http://schemas.openxmlformats.org/officeDocument/2006/relationships/image" Target="../media/image90.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www.imperva.com/learn/application-security/ethical-hacking/" TargetMode="External"/><Relationship Id="rId1" Type="http://schemas.openxmlformats.org/officeDocument/2006/relationships/slideLayout" Target="../slideLayouts/slideLayout2.xml"/><Relationship Id="rId4" Type="http://schemas.openxmlformats.org/officeDocument/2006/relationships/hyperlink" Target="https://www.cloudflare.com/learning/ddos/ping-icmp-flood-ddos-attack/"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www.cloudflare.com/learning/ddos/what-is-a-ddos-attack/"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www.cloudflare.com/learning/dns/glossary/what-is-my-ip-address/" TargetMode="External"/><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4.xml.rels><?xml version="1.0" encoding="UTF-8" standalone="yes"?>
<Relationships xmlns="http://schemas.openxmlformats.org/package/2006/relationships"><Relationship Id="rId3" Type="http://schemas.openxmlformats.org/officeDocument/2006/relationships/hyperlink" Target="https://www.netreo.com/blog/traffic-analysis-attack/" TargetMode="External"/><Relationship Id="rId2" Type="http://schemas.openxmlformats.org/officeDocument/2006/relationships/hyperlink" Target="https://en.wikipedia.org/wiki/Cyberattack#Types_of_attack" TargetMode="External"/><Relationship Id="rId1" Type="http://schemas.openxmlformats.org/officeDocument/2006/relationships/slideLayout" Target="../slideLayouts/slideLayout2.xml"/><Relationship Id="rId6" Type="http://schemas.openxmlformats.org/officeDocument/2006/relationships/hyperlink" Target="https://api.semanticscholar.org/CorpusID:94791427" TargetMode="External"/><Relationship Id="rId5" Type="http://schemas.openxmlformats.org/officeDocument/2006/relationships/hyperlink" Target="https://www.sciencedirect.com/science/article/pii/S2666285X2100073X" TargetMode="External"/><Relationship Id="rId4" Type="http://schemas.openxmlformats.org/officeDocument/2006/relationships/hyperlink" Target="https://www.ijcaonline.org/archives/volume159/number7/santhi-2017-ijca-912972.pdf"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34B68-E2F0-4B1E-37E8-2652E3859D79}"/>
              </a:ext>
            </a:extLst>
          </p:cNvPr>
          <p:cNvSpPr>
            <a:spLocks noGrp="1"/>
          </p:cNvSpPr>
          <p:nvPr>
            <p:ph type="title"/>
          </p:nvPr>
        </p:nvSpPr>
        <p:spPr>
          <a:xfrm>
            <a:off x="960782" y="1431613"/>
            <a:ext cx="10058400" cy="923329"/>
          </a:xfrm>
        </p:spPr>
        <p:txBody>
          <a:bodyPr>
            <a:normAutofit/>
          </a:bodyPr>
          <a:lstStyle/>
          <a:p>
            <a:pPr algn="ctr"/>
            <a:r>
              <a:rPr lang="en-IN" sz="2000" dirty="0"/>
              <a:t>Subject Code -PIS 105 </a:t>
            </a:r>
            <a:br>
              <a:rPr lang="en-IN" sz="2000" dirty="0"/>
            </a:br>
            <a:r>
              <a:rPr lang="en-IN" sz="2000" b="1" dirty="0"/>
              <a:t>Secure Coding </a:t>
            </a:r>
          </a:p>
        </p:txBody>
      </p:sp>
      <p:sp>
        <p:nvSpPr>
          <p:cNvPr id="3" name="Content Placeholder 2">
            <a:extLst>
              <a:ext uri="{FF2B5EF4-FFF2-40B4-BE49-F238E27FC236}">
                <a16:creationId xmlns:a16="http://schemas.microsoft.com/office/drawing/2014/main" id="{BC0EB379-09BE-26DA-44B0-4A5EDC9B8999}"/>
              </a:ext>
            </a:extLst>
          </p:cNvPr>
          <p:cNvSpPr>
            <a:spLocks noGrp="1"/>
          </p:cNvSpPr>
          <p:nvPr>
            <p:ph idx="1"/>
          </p:nvPr>
        </p:nvSpPr>
        <p:spPr>
          <a:xfrm>
            <a:off x="960782" y="2888987"/>
            <a:ext cx="10058400" cy="1334788"/>
          </a:xfrm>
        </p:spPr>
        <p:txBody>
          <a:bodyPr>
            <a:normAutofit/>
          </a:bodyPr>
          <a:lstStyle/>
          <a:p>
            <a:pPr algn="ctr"/>
            <a:r>
              <a:rPr lang="en-IN" sz="4000" dirty="0"/>
              <a:t> Security Attacks</a:t>
            </a:r>
          </a:p>
        </p:txBody>
      </p:sp>
      <p:sp>
        <p:nvSpPr>
          <p:cNvPr id="4" name="TextBox 3">
            <a:extLst>
              <a:ext uri="{FF2B5EF4-FFF2-40B4-BE49-F238E27FC236}">
                <a16:creationId xmlns:a16="http://schemas.microsoft.com/office/drawing/2014/main" id="{58773530-6888-56C6-67EC-CF6F083CFB62}"/>
              </a:ext>
            </a:extLst>
          </p:cNvPr>
          <p:cNvSpPr txBox="1"/>
          <p:nvPr/>
        </p:nvSpPr>
        <p:spPr>
          <a:xfrm>
            <a:off x="7620000" y="4739158"/>
            <a:ext cx="4916557" cy="923330"/>
          </a:xfrm>
          <a:prstGeom prst="rect">
            <a:avLst/>
          </a:prstGeom>
          <a:noFill/>
        </p:spPr>
        <p:txBody>
          <a:bodyPr wrap="square" rtlCol="0">
            <a:spAutoFit/>
          </a:bodyPr>
          <a:lstStyle/>
          <a:p>
            <a:r>
              <a:rPr lang="en-IN" b="1" dirty="0"/>
              <a:t>Presented By</a:t>
            </a:r>
          </a:p>
          <a:p>
            <a:r>
              <a:rPr lang="en-IN" dirty="0"/>
              <a:t>Aashima Madaan &amp; Shreya Gandhi      </a:t>
            </a:r>
          </a:p>
          <a:p>
            <a:r>
              <a:rPr lang="en-IN" dirty="0"/>
              <a:t>ME CSE SEM -2</a:t>
            </a:r>
          </a:p>
        </p:txBody>
      </p:sp>
      <p:sp>
        <p:nvSpPr>
          <p:cNvPr id="5" name="TextBox 4">
            <a:extLst>
              <a:ext uri="{FF2B5EF4-FFF2-40B4-BE49-F238E27FC236}">
                <a16:creationId xmlns:a16="http://schemas.microsoft.com/office/drawing/2014/main" id="{1FE5CA18-071A-5DF0-4815-A6C4112B5DF6}"/>
              </a:ext>
            </a:extLst>
          </p:cNvPr>
          <p:cNvSpPr txBox="1"/>
          <p:nvPr/>
        </p:nvSpPr>
        <p:spPr>
          <a:xfrm>
            <a:off x="3008243" y="636104"/>
            <a:ext cx="6506818" cy="369332"/>
          </a:xfrm>
          <a:prstGeom prst="rect">
            <a:avLst/>
          </a:prstGeom>
          <a:noFill/>
        </p:spPr>
        <p:txBody>
          <a:bodyPr wrap="square" rtlCol="0">
            <a:spAutoFit/>
          </a:bodyPr>
          <a:lstStyle/>
          <a:p>
            <a:pPr algn="ctr"/>
            <a:r>
              <a:rPr lang="en-IN" b="1" dirty="0"/>
              <a:t>THAPAR INSTITITUE OF ENGINEERING AND TECHNOLOGY, PATIALA</a:t>
            </a:r>
          </a:p>
        </p:txBody>
      </p:sp>
      <p:sp>
        <p:nvSpPr>
          <p:cNvPr id="6" name="TextBox 5">
            <a:extLst>
              <a:ext uri="{FF2B5EF4-FFF2-40B4-BE49-F238E27FC236}">
                <a16:creationId xmlns:a16="http://schemas.microsoft.com/office/drawing/2014/main" id="{782C913A-760B-3827-98D0-8BD1EC924BE7}"/>
              </a:ext>
            </a:extLst>
          </p:cNvPr>
          <p:cNvSpPr txBox="1"/>
          <p:nvPr/>
        </p:nvSpPr>
        <p:spPr>
          <a:xfrm>
            <a:off x="3008243" y="5865816"/>
            <a:ext cx="6798365" cy="369332"/>
          </a:xfrm>
          <a:prstGeom prst="rect">
            <a:avLst/>
          </a:prstGeom>
          <a:noFill/>
        </p:spPr>
        <p:txBody>
          <a:bodyPr wrap="square" rtlCol="0">
            <a:spAutoFit/>
          </a:bodyPr>
          <a:lstStyle/>
          <a:p>
            <a:endParaRPr lang="en-IN" dirty="0"/>
          </a:p>
        </p:txBody>
      </p:sp>
      <p:sp>
        <p:nvSpPr>
          <p:cNvPr id="7" name="TextBox 6">
            <a:extLst>
              <a:ext uri="{FF2B5EF4-FFF2-40B4-BE49-F238E27FC236}">
                <a16:creationId xmlns:a16="http://schemas.microsoft.com/office/drawing/2014/main" id="{58F07D31-2A6A-D2DC-07F6-85F6AACA505E}"/>
              </a:ext>
            </a:extLst>
          </p:cNvPr>
          <p:cNvSpPr txBox="1"/>
          <p:nvPr/>
        </p:nvSpPr>
        <p:spPr>
          <a:xfrm>
            <a:off x="712913" y="4768950"/>
            <a:ext cx="4916557" cy="1200329"/>
          </a:xfrm>
          <a:prstGeom prst="rect">
            <a:avLst/>
          </a:prstGeom>
          <a:noFill/>
        </p:spPr>
        <p:txBody>
          <a:bodyPr wrap="square" rtlCol="0">
            <a:spAutoFit/>
          </a:bodyPr>
          <a:lstStyle/>
          <a:p>
            <a:r>
              <a:rPr lang="en-IN" b="1" dirty="0"/>
              <a:t>Presented To</a:t>
            </a:r>
          </a:p>
          <a:p>
            <a:r>
              <a:rPr lang="en-IN" dirty="0"/>
              <a:t>Dr Ashima Anand      </a:t>
            </a:r>
          </a:p>
          <a:p>
            <a:r>
              <a:rPr lang="en-IN" dirty="0"/>
              <a:t>Faculty –CSED TIET Patiala</a:t>
            </a:r>
          </a:p>
          <a:p>
            <a:endParaRPr lang="en-IN" dirty="0"/>
          </a:p>
        </p:txBody>
      </p:sp>
    </p:spTree>
    <p:extLst>
      <p:ext uri="{BB962C8B-B14F-4D97-AF65-F5344CB8AC3E}">
        <p14:creationId xmlns:p14="http://schemas.microsoft.com/office/powerpoint/2010/main" val="1824850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DA5AB2-B1D2-A926-71EE-2838E406CA37}"/>
              </a:ext>
            </a:extLst>
          </p:cNvPr>
          <p:cNvSpPr>
            <a:spLocks noGrp="1"/>
          </p:cNvSpPr>
          <p:nvPr>
            <p:ph type="title"/>
          </p:nvPr>
        </p:nvSpPr>
        <p:spPr/>
        <p:txBody>
          <a:bodyPr/>
          <a:lstStyle/>
          <a:p>
            <a:r>
              <a:rPr lang="en-IN" b="1" dirty="0"/>
              <a:t>Contents</a:t>
            </a:r>
          </a:p>
        </p:txBody>
      </p:sp>
      <p:sp>
        <p:nvSpPr>
          <p:cNvPr id="5" name="Content Placeholder 4">
            <a:extLst>
              <a:ext uri="{FF2B5EF4-FFF2-40B4-BE49-F238E27FC236}">
                <a16:creationId xmlns:a16="http://schemas.microsoft.com/office/drawing/2014/main" id="{0136BC4F-528E-5E2D-533B-77A8C851BD31}"/>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IN" dirty="0"/>
              <a:t>Introduction to Security Attacks</a:t>
            </a:r>
          </a:p>
          <a:p>
            <a:pPr>
              <a:buFont typeface="Arial" panose="020B0604020202020204" pitchFamily="34" charset="0"/>
              <a:buChar char="•"/>
            </a:pPr>
            <a:r>
              <a:rPr lang="en-IN" dirty="0"/>
              <a:t>Categorization of Attacks</a:t>
            </a:r>
          </a:p>
          <a:p>
            <a:pPr>
              <a:buFont typeface="Arial" panose="020B0604020202020204" pitchFamily="34" charset="0"/>
              <a:buChar char="•"/>
            </a:pPr>
            <a:r>
              <a:rPr lang="en-IN" dirty="0"/>
              <a:t>Active Vs Passive Attacks</a:t>
            </a:r>
          </a:p>
          <a:p>
            <a:pPr>
              <a:buFont typeface="Arial" panose="020B0604020202020204" pitchFamily="34" charset="0"/>
              <a:buChar char="•"/>
            </a:pPr>
            <a:r>
              <a:rPr lang="en-IN" dirty="0"/>
              <a:t>Passive Attacks and Types</a:t>
            </a:r>
          </a:p>
          <a:p>
            <a:pPr>
              <a:buFont typeface="Arial" panose="020B0604020202020204" pitchFamily="34" charset="0"/>
              <a:buChar char="•"/>
            </a:pPr>
            <a:r>
              <a:rPr lang="en-IN" dirty="0"/>
              <a:t>Active Attacks  </a:t>
            </a:r>
          </a:p>
          <a:p>
            <a:pPr>
              <a:buFont typeface="Arial" panose="020B0604020202020204" pitchFamily="34" charset="0"/>
              <a:buChar char="•"/>
            </a:pPr>
            <a:r>
              <a:rPr lang="en-IN" dirty="0"/>
              <a:t>DoS Attack </a:t>
            </a:r>
          </a:p>
          <a:p>
            <a:pPr>
              <a:buFont typeface="Arial" panose="020B0604020202020204" pitchFamily="34" charset="0"/>
              <a:buChar char="•"/>
            </a:pPr>
            <a:r>
              <a:rPr lang="en-IN" dirty="0"/>
              <a:t>Significant DoS Attacks and their working</a:t>
            </a:r>
          </a:p>
          <a:p>
            <a:pPr>
              <a:buFont typeface="Arial" panose="020B0604020202020204" pitchFamily="34" charset="0"/>
              <a:buChar char="•"/>
            </a:pPr>
            <a:r>
              <a:rPr lang="en-IN" dirty="0" err="1"/>
              <a:t>Sloworis</a:t>
            </a:r>
            <a:r>
              <a:rPr lang="en-IN" dirty="0"/>
              <a:t> Tool</a:t>
            </a:r>
          </a:p>
          <a:p>
            <a:pPr>
              <a:buFont typeface="Arial" panose="020B0604020202020204" pitchFamily="34" charset="0"/>
              <a:buChar char="•"/>
            </a:pPr>
            <a:r>
              <a:rPr lang="en-IN" dirty="0"/>
              <a:t>More on security attacks</a:t>
            </a:r>
          </a:p>
          <a:p>
            <a:pPr>
              <a:buFont typeface="Arial" panose="020B0604020202020204" pitchFamily="34" charset="0"/>
              <a:buChar char="•"/>
            </a:pPr>
            <a:r>
              <a:rPr lang="en-IN" dirty="0"/>
              <a:t>Summary</a:t>
            </a:r>
          </a:p>
        </p:txBody>
      </p:sp>
    </p:spTree>
    <p:extLst>
      <p:ext uri="{BB962C8B-B14F-4D97-AF65-F5344CB8AC3E}">
        <p14:creationId xmlns:p14="http://schemas.microsoft.com/office/powerpoint/2010/main" val="1455415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4F73D-7973-5E9B-96CD-BCE6A7DE35C9}"/>
              </a:ext>
            </a:extLst>
          </p:cNvPr>
          <p:cNvSpPr>
            <a:spLocks noGrp="1"/>
          </p:cNvSpPr>
          <p:nvPr>
            <p:ph type="title"/>
          </p:nvPr>
        </p:nvSpPr>
        <p:spPr/>
        <p:txBody>
          <a:bodyPr/>
          <a:lstStyle/>
          <a:p>
            <a:r>
              <a:rPr lang="en-IN" b="1" dirty="0"/>
              <a:t>What is a Security Attack ?</a:t>
            </a:r>
          </a:p>
        </p:txBody>
      </p:sp>
      <p:sp>
        <p:nvSpPr>
          <p:cNvPr id="3" name="Content Placeholder 2">
            <a:extLst>
              <a:ext uri="{FF2B5EF4-FFF2-40B4-BE49-F238E27FC236}">
                <a16:creationId xmlns:a16="http://schemas.microsoft.com/office/drawing/2014/main" id="{232ED42D-7913-EAA8-9B4A-BD921C0375EF}"/>
              </a:ext>
            </a:extLst>
          </p:cNvPr>
          <p:cNvSpPr>
            <a:spLocks noGrp="1"/>
          </p:cNvSpPr>
          <p:nvPr>
            <p:ph idx="1"/>
          </p:nvPr>
        </p:nvSpPr>
        <p:spPr>
          <a:xfrm>
            <a:off x="838200" y="1825625"/>
            <a:ext cx="9485243" cy="4351338"/>
          </a:xfrm>
        </p:spPr>
        <p:txBody>
          <a:bodyPr>
            <a:normAutofit/>
          </a:bodyPr>
          <a:lstStyle/>
          <a:p>
            <a:pPr marL="0" indent="0">
              <a:buNone/>
            </a:pPr>
            <a:r>
              <a:rPr lang="en-IN" b="0" i="0" dirty="0">
                <a:solidFill>
                  <a:srgbClr val="202122"/>
                </a:solidFill>
                <a:effectLst/>
              </a:rPr>
              <a:t>Any action that compromises the security of information owned by an organization</a:t>
            </a:r>
          </a:p>
          <a:p>
            <a:pPr marL="0" indent="0">
              <a:buNone/>
            </a:pPr>
            <a:r>
              <a:rPr lang="en-IN" sz="1800" b="0" i="0" dirty="0">
                <a:solidFill>
                  <a:srgbClr val="202122"/>
                </a:solidFill>
                <a:effectLst/>
              </a:rPr>
              <a:t>CNSS Instruction No. 4009 dated 26 April 2010 by Committee on National Security Systems of the United States of America</a:t>
            </a:r>
            <a:r>
              <a:rPr lang="en-IN" sz="1800" dirty="0">
                <a:solidFill>
                  <a:srgbClr val="202122"/>
                </a:solidFill>
              </a:rPr>
              <a:t> </a:t>
            </a:r>
            <a:r>
              <a:rPr lang="en-IN" sz="1800" b="0" i="0" dirty="0">
                <a:solidFill>
                  <a:srgbClr val="202122"/>
                </a:solidFill>
                <a:effectLst/>
              </a:rPr>
              <a:t>defines an attack as:                            </a:t>
            </a:r>
          </a:p>
          <a:p>
            <a:pPr marL="0" indent="0">
              <a:buNone/>
            </a:pPr>
            <a:r>
              <a:rPr lang="en-IN" sz="1800" dirty="0">
                <a:solidFill>
                  <a:srgbClr val="202122"/>
                </a:solidFill>
              </a:rPr>
              <a:t>“</a:t>
            </a:r>
            <a:r>
              <a:rPr lang="en-IN" sz="1800" b="0" i="0" dirty="0">
                <a:solidFill>
                  <a:srgbClr val="202122"/>
                </a:solidFill>
                <a:effectLst/>
              </a:rPr>
              <a:t> </a:t>
            </a:r>
            <a:r>
              <a:rPr lang="en-IN" sz="1800" dirty="0">
                <a:solidFill>
                  <a:srgbClr val="202122"/>
                </a:solidFill>
              </a:rPr>
              <a:t> </a:t>
            </a:r>
            <a:r>
              <a:rPr lang="en-IN" sz="2800" b="1" i="0" dirty="0">
                <a:solidFill>
                  <a:srgbClr val="202122"/>
                </a:solidFill>
                <a:effectLst/>
              </a:rPr>
              <a:t>Any kind of malicious activity that attempts to collect,   disrupt, deny, degrade, or destroy information system resources or the information itself.”</a:t>
            </a:r>
          </a:p>
          <a:p>
            <a:pPr marL="0" indent="0">
              <a:buNone/>
            </a:pPr>
            <a:r>
              <a:rPr lang="en-IN" b="0" i="0" dirty="0">
                <a:solidFill>
                  <a:srgbClr val="202122"/>
                </a:solidFill>
                <a:effectLst/>
              </a:rPr>
              <a:t>An </a:t>
            </a:r>
            <a:r>
              <a:rPr lang="en-IN" b="1" i="0" dirty="0">
                <a:solidFill>
                  <a:srgbClr val="202122"/>
                </a:solidFill>
                <a:effectLst/>
              </a:rPr>
              <a:t>attacker</a:t>
            </a:r>
            <a:r>
              <a:rPr lang="en-IN" b="0" i="0" dirty="0">
                <a:solidFill>
                  <a:srgbClr val="202122"/>
                </a:solidFill>
                <a:effectLst/>
              </a:rPr>
              <a:t> is a person or process that attempts to access resources , data, functions, or other restricted areas of the system or organization without authorization, potentially with malicious intent .Attacker can be an individual or even a group</a:t>
            </a:r>
          </a:p>
          <a:p>
            <a:pPr marL="0" indent="0">
              <a:buNone/>
            </a:pPr>
            <a:r>
              <a:rPr lang="en-IN" sz="2800" b="1" dirty="0">
                <a:solidFill>
                  <a:srgbClr val="202122"/>
                </a:solidFill>
              </a:rPr>
              <a:t>Example -2022 Cyberattack on Romania.</a:t>
            </a:r>
          </a:p>
        </p:txBody>
      </p:sp>
      <p:pic>
        <p:nvPicPr>
          <p:cNvPr id="6146" name="Picture 2" descr="cyber attack alert icon, flat vector 2697960 Vector Art at Vecteezy">
            <a:extLst>
              <a:ext uri="{FF2B5EF4-FFF2-40B4-BE49-F238E27FC236}">
                <a16:creationId xmlns:a16="http://schemas.microsoft.com/office/drawing/2014/main" id="{EF3EB45D-07CF-0264-2DD5-9550D7920A7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860" t="19478" r="22106" b="27115"/>
          <a:stretch/>
        </p:blipFill>
        <p:spPr bwMode="auto">
          <a:xfrm>
            <a:off x="8350526" y="466190"/>
            <a:ext cx="1179444" cy="1144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5992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BCCA5-6C8A-725A-22E9-A79D45EBA80E}"/>
              </a:ext>
            </a:extLst>
          </p:cNvPr>
          <p:cNvSpPr>
            <a:spLocks noGrp="1"/>
          </p:cNvSpPr>
          <p:nvPr>
            <p:ph type="title"/>
          </p:nvPr>
        </p:nvSpPr>
        <p:spPr/>
        <p:txBody>
          <a:bodyPr/>
          <a:lstStyle/>
          <a:p>
            <a:r>
              <a:rPr lang="en-IN" b="1" dirty="0"/>
              <a:t>Categorization of Attacks </a:t>
            </a:r>
          </a:p>
        </p:txBody>
      </p:sp>
      <p:sp>
        <p:nvSpPr>
          <p:cNvPr id="3" name="Content Placeholder 2">
            <a:extLst>
              <a:ext uri="{FF2B5EF4-FFF2-40B4-BE49-F238E27FC236}">
                <a16:creationId xmlns:a16="http://schemas.microsoft.com/office/drawing/2014/main" id="{A60FAC81-B729-DCF3-FA34-6446083DDF60}"/>
              </a:ext>
            </a:extLst>
          </p:cNvPr>
          <p:cNvSpPr>
            <a:spLocks noGrp="1"/>
          </p:cNvSpPr>
          <p:nvPr>
            <p:ph idx="1"/>
          </p:nvPr>
        </p:nvSpPr>
        <p:spPr/>
        <p:txBody>
          <a:bodyPr>
            <a:normAutofit/>
          </a:bodyPr>
          <a:lstStyle/>
          <a:p>
            <a:endParaRPr lang="en-IN" b="0" i="0" dirty="0">
              <a:solidFill>
                <a:srgbClr val="202122"/>
              </a:solidFill>
              <a:effectLst/>
              <a:latin typeface="Arial" panose="020B0604020202020204" pitchFamily="34" charset="0"/>
            </a:endParaRPr>
          </a:p>
          <a:p>
            <a:endParaRPr lang="en-IN" dirty="0"/>
          </a:p>
        </p:txBody>
      </p:sp>
      <p:sp>
        <p:nvSpPr>
          <p:cNvPr id="5" name="TextBox 4">
            <a:extLst>
              <a:ext uri="{FF2B5EF4-FFF2-40B4-BE49-F238E27FC236}">
                <a16:creationId xmlns:a16="http://schemas.microsoft.com/office/drawing/2014/main" id="{0C98374F-CA3E-F273-DF69-E9357A6E6B56}"/>
              </a:ext>
            </a:extLst>
          </p:cNvPr>
          <p:cNvSpPr txBox="1"/>
          <p:nvPr/>
        </p:nvSpPr>
        <p:spPr>
          <a:xfrm>
            <a:off x="874643" y="1995488"/>
            <a:ext cx="9687339" cy="4154984"/>
          </a:xfrm>
          <a:prstGeom prst="rect">
            <a:avLst/>
          </a:prstGeom>
          <a:noFill/>
        </p:spPr>
        <p:txBody>
          <a:bodyPr wrap="square">
            <a:spAutoFit/>
          </a:bodyPr>
          <a:lstStyle/>
          <a:p>
            <a:pPr marL="342900" indent="-342900">
              <a:buFont typeface="Arial" panose="020B0604020202020204" pitchFamily="34" charset="0"/>
              <a:buChar char="•"/>
            </a:pPr>
            <a:r>
              <a:rPr lang="en-IN" sz="2400" dirty="0"/>
              <a:t>Attack can be </a:t>
            </a:r>
            <a:r>
              <a:rPr lang="en-IN" sz="2400" b="1" dirty="0"/>
              <a:t>active</a:t>
            </a:r>
            <a:r>
              <a:rPr lang="en-IN" sz="2400" dirty="0"/>
              <a:t> or </a:t>
            </a:r>
            <a:r>
              <a:rPr lang="en-IN" sz="2400" b="1" dirty="0"/>
              <a:t>passive</a:t>
            </a:r>
          </a:p>
          <a:p>
            <a:pPr marL="342900" indent="-342900">
              <a:buFont typeface="Arial" panose="020B0604020202020204" pitchFamily="34" charset="0"/>
              <a:buChar char="•"/>
            </a:pPr>
            <a:r>
              <a:rPr lang="en-IN" sz="2400" dirty="0"/>
              <a:t>It can be perpetrated by an insider or from outside the organization </a:t>
            </a:r>
          </a:p>
          <a:p>
            <a:pPr marL="800100" lvl="1" indent="-342900">
              <a:buFont typeface="Arial" panose="020B0604020202020204" pitchFamily="34" charset="0"/>
              <a:buChar char="•"/>
            </a:pPr>
            <a:r>
              <a:rPr lang="en-IN" sz="2400" b="1" dirty="0"/>
              <a:t>Inside attack </a:t>
            </a:r>
            <a:r>
              <a:rPr lang="en-IN" sz="2400" dirty="0"/>
              <a:t>-Initiated by an entity inside the security perimeter by an entity that is authorized to access system resources but uses them in a way not approved by those who granted the authorization.</a:t>
            </a:r>
          </a:p>
          <a:p>
            <a:pPr marL="800100" lvl="1" indent="-342900">
              <a:buFont typeface="Arial" panose="020B0604020202020204" pitchFamily="34" charset="0"/>
              <a:buChar char="•"/>
            </a:pPr>
            <a:r>
              <a:rPr lang="en-IN" sz="2400" b="1" dirty="0"/>
              <a:t>Outside attack </a:t>
            </a:r>
            <a:r>
              <a:rPr lang="en-IN" sz="2400" dirty="0"/>
              <a:t>- Initiated from outside the perimeter, by an unauthorized or illegitimate user of the system</a:t>
            </a:r>
          </a:p>
          <a:p>
            <a:pPr marL="342900" indent="-342900">
              <a:buFont typeface="Arial" panose="020B0604020202020204" pitchFamily="34" charset="0"/>
              <a:buChar char="•"/>
            </a:pPr>
            <a:r>
              <a:rPr lang="en-IN" sz="2400" dirty="0"/>
              <a:t>Attack can be </a:t>
            </a:r>
            <a:r>
              <a:rPr lang="en-IN" sz="2400" b="1" dirty="0"/>
              <a:t>Physical</a:t>
            </a:r>
            <a:r>
              <a:rPr lang="en-IN" sz="2400" dirty="0"/>
              <a:t> Attack-Theft or damage of computers or other </a:t>
            </a:r>
            <a:r>
              <a:rPr lang="en-IN" sz="2400" dirty="0" err="1"/>
              <a:t>equipments</a:t>
            </a:r>
            <a:r>
              <a:rPr lang="en-IN" sz="2400" dirty="0"/>
              <a:t> or  </a:t>
            </a:r>
            <a:r>
              <a:rPr lang="en-IN" sz="2400" b="1" dirty="0"/>
              <a:t>Logical</a:t>
            </a:r>
            <a:r>
              <a:rPr lang="en-IN" sz="2400" dirty="0"/>
              <a:t> Attack that uses software like malwares to force changes in logic that is intended by the intruder </a:t>
            </a:r>
          </a:p>
          <a:p>
            <a:endParaRPr lang="en-IN" sz="2400" dirty="0"/>
          </a:p>
        </p:txBody>
      </p:sp>
    </p:spTree>
    <p:extLst>
      <p:ext uri="{BB962C8B-B14F-4D97-AF65-F5344CB8AC3E}">
        <p14:creationId xmlns:p14="http://schemas.microsoft.com/office/powerpoint/2010/main" val="5677069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8EB3D-6202-9CE9-DF07-A25E733488C7}"/>
              </a:ext>
            </a:extLst>
          </p:cNvPr>
          <p:cNvSpPr>
            <a:spLocks noGrp="1"/>
          </p:cNvSpPr>
          <p:nvPr>
            <p:ph type="title"/>
          </p:nvPr>
        </p:nvSpPr>
        <p:spPr/>
        <p:txBody>
          <a:bodyPr/>
          <a:lstStyle/>
          <a:p>
            <a:r>
              <a:rPr lang="en-IN" b="1" dirty="0"/>
              <a:t>Categorization of Attacks …</a:t>
            </a:r>
            <a:endParaRPr lang="en-IN" dirty="0"/>
          </a:p>
        </p:txBody>
      </p:sp>
      <p:sp>
        <p:nvSpPr>
          <p:cNvPr id="5" name="Content Placeholder 4">
            <a:extLst>
              <a:ext uri="{FF2B5EF4-FFF2-40B4-BE49-F238E27FC236}">
                <a16:creationId xmlns:a16="http://schemas.microsoft.com/office/drawing/2014/main" id="{A3727FD1-12E3-0E0F-8377-18CCA7C6E36D}"/>
              </a:ext>
            </a:extLst>
          </p:cNvPr>
          <p:cNvSpPr>
            <a:spLocks noGrp="1"/>
          </p:cNvSpPr>
          <p:nvPr>
            <p:ph idx="1"/>
          </p:nvPr>
        </p:nvSpPr>
        <p:spPr>
          <a:xfrm>
            <a:off x="1097280" y="2110777"/>
            <a:ext cx="10058400" cy="4023360"/>
          </a:xfrm>
        </p:spPr>
        <p:txBody>
          <a:bodyPr>
            <a:normAutofit/>
          </a:bodyPr>
          <a:lstStyle/>
          <a:p>
            <a:pPr>
              <a:buFont typeface="Arial" panose="020B0604020202020204" pitchFamily="34" charset="0"/>
              <a:buChar char="•"/>
            </a:pPr>
            <a:r>
              <a:rPr lang="en-IN" sz="2400" dirty="0"/>
              <a:t>Attacks can also be classified according to their origin: </a:t>
            </a:r>
          </a:p>
          <a:p>
            <a:pPr lvl="1">
              <a:buFont typeface="Arial" panose="020B0604020202020204" pitchFamily="34" charset="0"/>
              <a:buChar char="•"/>
            </a:pPr>
            <a:r>
              <a:rPr lang="en-IN" sz="2400" dirty="0"/>
              <a:t>Conducted using one computer</a:t>
            </a:r>
          </a:p>
          <a:p>
            <a:pPr lvl="1">
              <a:buFont typeface="Arial" panose="020B0604020202020204" pitchFamily="34" charset="0"/>
              <a:buChar char="•"/>
            </a:pPr>
            <a:r>
              <a:rPr lang="en-IN" sz="2400" dirty="0"/>
              <a:t>Conducted using more computers known as Distributed attack.</a:t>
            </a:r>
          </a:p>
          <a:p>
            <a:pPr>
              <a:buFont typeface="Arial" panose="020B0604020202020204" pitchFamily="34" charset="0"/>
              <a:buChar char="•"/>
            </a:pPr>
            <a:r>
              <a:rPr lang="en-IN" sz="2400" dirty="0"/>
              <a:t>A resource (both physical or logical) can have one or more vulnerabilities that can be exploited by a threat that leads an attack and as a result, </a:t>
            </a:r>
          </a:p>
          <a:p>
            <a:pPr lvl="1">
              <a:buFont typeface="Arial" panose="020B0604020202020204" pitchFamily="34" charset="0"/>
              <a:buChar char="•"/>
            </a:pPr>
            <a:r>
              <a:rPr lang="en-IN" sz="2400" dirty="0"/>
              <a:t>Confidentiality</a:t>
            </a:r>
          </a:p>
          <a:p>
            <a:pPr lvl="1">
              <a:buFont typeface="Arial" panose="020B0604020202020204" pitchFamily="34" charset="0"/>
              <a:buChar char="•"/>
            </a:pPr>
            <a:r>
              <a:rPr lang="en-IN" sz="2400" dirty="0"/>
              <a:t>Integrity </a:t>
            </a:r>
          </a:p>
          <a:p>
            <a:pPr lvl="1">
              <a:buFont typeface="Arial" panose="020B0604020202020204" pitchFamily="34" charset="0"/>
              <a:buChar char="•"/>
            </a:pPr>
            <a:r>
              <a:rPr lang="en-IN" sz="2400" dirty="0"/>
              <a:t>Availability of resources may be compromised</a:t>
            </a:r>
          </a:p>
          <a:p>
            <a:endParaRPr lang="en-IN" sz="2400" dirty="0"/>
          </a:p>
        </p:txBody>
      </p:sp>
    </p:spTree>
    <p:extLst>
      <p:ext uri="{BB962C8B-B14F-4D97-AF65-F5344CB8AC3E}">
        <p14:creationId xmlns:p14="http://schemas.microsoft.com/office/powerpoint/2010/main" val="751686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1647D8-3A92-0ACC-4BAD-E79C2D262E34}"/>
              </a:ext>
            </a:extLst>
          </p:cNvPr>
          <p:cNvSpPr>
            <a:spLocks noGrp="1"/>
          </p:cNvSpPr>
          <p:nvPr>
            <p:ph type="title"/>
          </p:nvPr>
        </p:nvSpPr>
        <p:spPr>
          <a:xfrm>
            <a:off x="1455088" y="2350671"/>
            <a:ext cx="10058400" cy="1078329"/>
          </a:xfrm>
        </p:spPr>
        <p:txBody>
          <a:bodyPr>
            <a:normAutofit fontScale="90000"/>
          </a:bodyPr>
          <a:lstStyle/>
          <a:p>
            <a:r>
              <a:rPr lang="en-IN" dirty="0"/>
              <a:t>Active Vs Passive Attacks</a:t>
            </a:r>
          </a:p>
        </p:txBody>
      </p:sp>
    </p:spTree>
    <p:extLst>
      <p:ext uri="{BB962C8B-B14F-4D97-AF65-F5344CB8AC3E}">
        <p14:creationId xmlns:p14="http://schemas.microsoft.com/office/powerpoint/2010/main" val="535945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fference Between Active and Passive Attacks (with Comparison Chart) -  Tech Differences">
            <a:extLst>
              <a:ext uri="{FF2B5EF4-FFF2-40B4-BE49-F238E27FC236}">
                <a16:creationId xmlns:a16="http://schemas.microsoft.com/office/drawing/2014/main" id="{364AE2EA-2F68-2B73-F904-04F434C73A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1724" y="4332591"/>
            <a:ext cx="3871058" cy="1762539"/>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Diagram 8">
            <a:extLst>
              <a:ext uri="{FF2B5EF4-FFF2-40B4-BE49-F238E27FC236}">
                <a16:creationId xmlns:a16="http://schemas.microsoft.com/office/drawing/2014/main" id="{E0932444-0AE4-0976-470C-453A625C5738}"/>
              </a:ext>
            </a:extLst>
          </p:cNvPr>
          <p:cNvGraphicFramePr/>
          <p:nvPr>
            <p:extLst>
              <p:ext uri="{D42A27DB-BD31-4B8C-83A1-F6EECF244321}">
                <p14:modId xmlns:p14="http://schemas.microsoft.com/office/powerpoint/2010/main" val="891150961"/>
              </p:ext>
            </p:extLst>
          </p:nvPr>
        </p:nvGraphicFramePr>
        <p:xfrm>
          <a:off x="891209" y="530085"/>
          <a:ext cx="9233452" cy="54466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 name="Picture 2" descr="Difference Between Active and Passive Attacks (with Comparison Chart) -  Tech Differences">
            <a:extLst>
              <a:ext uri="{FF2B5EF4-FFF2-40B4-BE49-F238E27FC236}">
                <a16:creationId xmlns:a16="http://schemas.microsoft.com/office/drawing/2014/main" id="{B3F01BF3-A4F3-A019-418B-D665F16A20A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64105" y="1609269"/>
            <a:ext cx="3318677" cy="1644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7894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33599-767B-619E-8114-D12905E75FE3}"/>
              </a:ext>
            </a:extLst>
          </p:cNvPr>
          <p:cNvSpPr>
            <a:spLocks noGrp="1"/>
          </p:cNvSpPr>
          <p:nvPr>
            <p:ph type="title"/>
          </p:nvPr>
        </p:nvSpPr>
        <p:spPr/>
        <p:txBody>
          <a:bodyPr/>
          <a:lstStyle/>
          <a:p>
            <a:r>
              <a:rPr lang="en-IN" b="1" dirty="0"/>
              <a:t>Passive Attacks</a:t>
            </a:r>
          </a:p>
        </p:txBody>
      </p:sp>
      <p:sp>
        <p:nvSpPr>
          <p:cNvPr id="3" name="Content Placeholder 2">
            <a:extLst>
              <a:ext uri="{FF2B5EF4-FFF2-40B4-BE49-F238E27FC236}">
                <a16:creationId xmlns:a16="http://schemas.microsoft.com/office/drawing/2014/main" id="{27227967-6644-11C2-A294-7505E56A18C3}"/>
              </a:ext>
            </a:extLst>
          </p:cNvPr>
          <p:cNvSpPr>
            <a:spLocks noGrp="1"/>
          </p:cNvSpPr>
          <p:nvPr>
            <p:ph idx="1"/>
          </p:nvPr>
        </p:nvSpPr>
        <p:spPr/>
        <p:txBody>
          <a:bodyPr>
            <a:normAutofit/>
          </a:bodyPr>
          <a:lstStyle/>
          <a:p>
            <a:pPr>
              <a:buFont typeface="Arial" panose="020B0604020202020204" pitchFamily="34" charset="0"/>
              <a:buChar char="•"/>
            </a:pPr>
            <a:r>
              <a:rPr lang="en-IN" sz="2400" dirty="0"/>
              <a:t>An unsecure traffic is observed and looked for clear text passwords and sensitive information, which are being captured by a passive attack and these information can be used in other types of attacks. </a:t>
            </a:r>
          </a:p>
          <a:p>
            <a:pPr>
              <a:buFont typeface="Arial" panose="020B0604020202020204" pitchFamily="34" charset="0"/>
              <a:buChar char="•"/>
            </a:pPr>
            <a:r>
              <a:rPr lang="en-IN" sz="2400" dirty="0"/>
              <a:t>The information on the network is not modified or changed in this attack. </a:t>
            </a:r>
          </a:p>
          <a:p>
            <a:pPr>
              <a:buFont typeface="Arial" panose="020B0604020202020204" pitchFamily="34" charset="0"/>
              <a:buChar char="•"/>
            </a:pPr>
            <a:r>
              <a:rPr lang="en-IN" sz="2400" dirty="0"/>
              <a:t>Decrypting weakly encrypted traffic, monitoring of unprotected communications, capturing authentication information and traffic analysis are passive attacks.</a:t>
            </a:r>
          </a:p>
          <a:p>
            <a:pPr>
              <a:buFont typeface="Arial" panose="020B0604020202020204" pitchFamily="34" charset="0"/>
              <a:buChar char="•"/>
            </a:pPr>
            <a:r>
              <a:rPr lang="en-IN" sz="2400" dirty="0"/>
              <a:t>Hence without the knowledge of the user there occurs a disclosure of information or data files to an attacker.</a:t>
            </a:r>
          </a:p>
        </p:txBody>
      </p:sp>
    </p:spTree>
    <p:extLst>
      <p:ext uri="{BB962C8B-B14F-4D97-AF65-F5344CB8AC3E}">
        <p14:creationId xmlns:p14="http://schemas.microsoft.com/office/powerpoint/2010/main" val="1453524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069EC-E1AC-5DF4-ABB8-01DC67796630}"/>
              </a:ext>
            </a:extLst>
          </p:cNvPr>
          <p:cNvSpPr>
            <a:spLocks noGrp="1"/>
          </p:cNvSpPr>
          <p:nvPr>
            <p:ph type="title"/>
          </p:nvPr>
        </p:nvSpPr>
        <p:spPr/>
        <p:txBody>
          <a:bodyPr/>
          <a:lstStyle/>
          <a:p>
            <a:r>
              <a:rPr lang="en-IN" b="1" dirty="0"/>
              <a:t>Types of Passive Attacks</a:t>
            </a:r>
          </a:p>
        </p:txBody>
      </p:sp>
      <p:graphicFrame>
        <p:nvGraphicFramePr>
          <p:cNvPr id="4" name="Diagram 3">
            <a:extLst>
              <a:ext uri="{FF2B5EF4-FFF2-40B4-BE49-F238E27FC236}">
                <a16:creationId xmlns:a16="http://schemas.microsoft.com/office/drawing/2014/main" id="{A6000A2A-D4D9-F8CC-F9DE-E5F4071B719E}"/>
              </a:ext>
            </a:extLst>
          </p:cNvPr>
          <p:cNvGraphicFramePr/>
          <p:nvPr>
            <p:extLst>
              <p:ext uri="{D42A27DB-BD31-4B8C-83A1-F6EECF244321}">
                <p14:modId xmlns:p14="http://schemas.microsoft.com/office/powerpoint/2010/main" val="2863171322"/>
              </p:ext>
            </p:extLst>
          </p:nvPr>
        </p:nvGraphicFramePr>
        <p:xfrm>
          <a:off x="547314" y="1460427"/>
          <a:ext cx="5579166" cy="39371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218" name="Picture 2" descr="Difference Between Active and Passive Attacks (with Comparison Chart) -  Tech Differences">
            <a:extLst>
              <a:ext uri="{FF2B5EF4-FFF2-40B4-BE49-F238E27FC236}">
                <a16:creationId xmlns:a16="http://schemas.microsoft.com/office/drawing/2014/main" id="{FFB267F5-0C4E-D1F9-4282-7F188CB8C64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06433" y="2192285"/>
            <a:ext cx="5579166" cy="2764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465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11951-10D2-6DCA-BC19-5C60222F841C}"/>
              </a:ext>
            </a:extLst>
          </p:cNvPr>
          <p:cNvSpPr>
            <a:spLocks noGrp="1"/>
          </p:cNvSpPr>
          <p:nvPr>
            <p:ph type="title"/>
          </p:nvPr>
        </p:nvSpPr>
        <p:spPr>
          <a:xfrm>
            <a:off x="858741" y="607126"/>
            <a:ext cx="10058400" cy="945849"/>
          </a:xfrm>
        </p:spPr>
        <p:txBody>
          <a:bodyPr/>
          <a:lstStyle/>
          <a:p>
            <a:r>
              <a:rPr lang="en-IN" b="1" dirty="0"/>
              <a:t>1. Eavesdropping:</a:t>
            </a:r>
          </a:p>
        </p:txBody>
      </p:sp>
      <p:sp>
        <p:nvSpPr>
          <p:cNvPr id="3" name="Content Placeholder 2">
            <a:extLst>
              <a:ext uri="{FF2B5EF4-FFF2-40B4-BE49-F238E27FC236}">
                <a16:creationId xmlns:a16="http://schemas.microsoft.com/office/drawing/2014/main" id="{5DB247AE-ED99-EFDB-5D0F-AF70CB2D05F3}"/>
              </a:ext>
            </a:extLst>
          </p:cNvPr>
          <p:cNvSpPr>
            <a:spLocks noGrp="1"/>
          </p:cNvSpPr>
          <p:nvPr>
            <p:ph idx="1"/>
          </p:nvPr>
        </p:nvSpPr>
        <p:spPr>
          <a:xfrm>
            <a:off x="692426" y="2007473"/>
            <a:ext cx="6013174" cy="3770476"/>
          </a:xfrm>
        </p:spPr>
        <p:txBody>
          <a:bodyPr>
            <a:normAutofit/>
          </a:bodyPr>
          <a:lstStyle/>
          <a:p>
            <a:r>
              <a:rPr lang="en-IN" dirty="0"/>
              <a:t>Attack against confidentiality .</a:t>
            </a:r>
          </a:p>
          <a:p>
            <a:r>
              <a:rPr lang="en-IN" dirty="0"/>
              <a:t>Commonly happens or done easily in a wireless network as the messages transmitted onto over the links are without any physical control.</a:t>
            </a:r>
          </a:p>
          <a:p>
            <a:r>
              <a:rPr lang="en-IN" dirty="0"/>
              <a:t>Can be avoided easily by encrypting the data that has to be transmitted. </a:t>
            </a:r>
          </a:p>
          <a:p>
            <a:r>
              <a:rPr lang="en-IN" dirty="0"/>
              <a:t>But encryption cannot provide security to the data when attacks occur together with other attack, such as Cryptanalysis (</a:t>
            </a:r>
            <a:r>
              <a:rPr lang="en-IN" b="0" i="0" dirty="0">
                <a:solidFill>
                  <a:srgbClr val="202124"/>
                </a:solidFill>
                <a:effectLst/>
                <a:latin typeface="arial" panose="020B0604020202020204" pitchFamily="34" charset="0"/>
              </a:rPr>
              <a:t>breaking of those secret codes</a:t>
            </a:r>
            <a:r>
              <a:rPr lang="en-IN" dirty="0"/>
              <a:t>). </a:t>
            </a:r>
          </a:p>
          <a:p>
            <a:r>
              <a:rPr lang="en-IN" dirty="0"/>
              <a:t>This is the most common attack to privacy.</a:t>
            </a:r>
          </a:p>
        </p:txBody>
      </p:sp>
      <p:pic>
        <p:nvPicPr>
          <p:cNvPr id="1028" name="Picture 4">
            <a:extLst>
              <a:ext uri="{FF2B5EF4-FFF2-40B4-BE49-F238E27FC236}">
                <a16:creationId xmlns:a16="http://schemas.microsoft.com/office/drawing/2014/main" id="{F6ED9310-602B-5AD6-4277-F1C213F8A2C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648" t="-403" r="5646" b="7628"/>
          <a:stretch/>
        </p:blipFill>
        <p:spPr bwMode="auto">
          <a:xfrm>
            <a:off x="6705600" y="1571142"/>
            <a:ext cx="5310809" cy="305331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AD18161-4607-F18A-2348-B64725CD06C2}"/>
              </a:ext>
            </a:extLst>
          </p:cNvPr>
          <p:cNvSpPr txBox="1"/>
          <p:nvPr/>
        </p:nvSpPr>
        <p:spPr>
          <a:xfrm>
            <a:off x="6705600" y="4534510"/>
            <a:ext cx="4929810" cy="923330"/>
          </a:xfrm>
          <a:prstGeom prst="rect">
            <a:avLst/>
          </a:prstGeom>
          <a:noFill/>
        </p:spPr>
        <p:txBody>
          <a:bodyPr wrap="square">
            <a:spAutoFit/>
          </a:bodyPr>
          <a:lstStyle/>
          <a:p>
            <a:r>
              <a:rPr lang="en-IN" dirty="0"/>
              <a:t>Communication between two or more parties is monitored by an attacker to get possession of the transmitted data. </a:t>
            </a:r>
          </a:p>
        </p:txBody>
      </p:sp>
    </p:spTree>
    <p:extLst>
      <p:ext uri="{BB962C8B-B14F-4D97-AF65-F5344CB8AC3E}">
        <p14:creationId xmlns:p14="http://schemas.microsoft.com/office/powerpoint/2010/main" val="1990394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06F05-A065-1BC6-A673-18C3DDA94ED3}"/>
              </a:ext>
            </a:extLst>
          </p:cNvPr>
          <p:cNvSpPr>
            <a:spLocks noGrp="1"/>
          </p:cNvSpPr>
          <p:nvPr>
            <p:ph type="title"/>
          </p:nvPr>
        </p:nvSpPr>
        <p:spPr/>
        <p:txBody>
          <a:bodyPr/>
          <a:lstStyle/>
          <a:p>
            <a:r>
              <a:rPr lang="en-IN" b="1" dirty="0"/>
              <a:t>2. Traffic Analysis</a:t>
            </a:r>
          </a:p>
        </p:txBody>
      </p:sp>
      <p:sp>
        <p:nvSpPr>
          <p:cNvPr id="3" name="Content Placeholder 2">
            <a:extLst>
              <a:ext uri="{FF2B5EF4-FFF2-40B4-BE49-F238E27FC236}">
                <a16:creationId xmlns:a16="http://schemas.microsoft.com/office/drawing/2014/main" id="{1AF0CF51-6CE5-3C81-C75F-78B823A8E9D8}"/>
              </a:ext>
            </a:extLst>
          </p:cNvPr>
          <p:cNvSpPr>
            <a:spLocks noGrp="1"/>
          </p:cNvSpPr>
          <p:nvPr>
            <p:ph idx="1"/>
          </p:nvPr>
        </p:nvSpPr>
        <p:spPr>
          <a:xfrm>
            <a:off x="838200" y="1944894"/>
            <a:ext cx="5295183" cy="3700532"/>
          </a:xfrm>
        </p:spPr>
        <p:txBody>
          <a:bodyPr>
            <a:normAutofit/>
          </a:bodyPr>
          <a:lstStyle/>
          <a:p>
            <a:pPr>
              <a:buFont typeface="Arial" panose="020B0604020202020204" pitchFamily="34" charset="0"/>
              <a:buChar char="•"/>
            </a:pPr>
            <a:r>
              <a:rPr lang="en-IN" dirty="0"/>
              <a:t>Traffic analysis is a serious threat over the network. An attacker can analyse network traffic patterns to infer packet’s content, even though it is encrypted.</a:t>
            </a:r>
          </a:p>
          <a:p>
            <a:pPr>
              <a:buFont typeface="Arial" panose="020B0604020202020204" pitchFamily="34" charset="0"/>
              <a:buChar char="•"/>
            </a:pPr>
            <a:r>
              <a:rPr lang="en-IN" dirty="0"/>
              <a:t>Encrypting traffic in most cases only secures the content of the traffic. But an attacker can still obtain some information from it. Like </a:t>
            </a:r>
          </a:p>
          <a:p>
            <a:pPr>
              <a:buFont typeface="Arial" panose="020B0604020202020204" pitchFamily="34" charset="0"/>
              <a:buChar char="•"/>
            </a:pPr>
            <a:r>
              <a:rPr lang="en-IN" b="0" i="0" dirty="0">
                <a:solidFill>
                  <a:srgbClr val="31445D"/>
                </a:solidFill>
                <a:effectLst/>
                <a:latin typeface="source sans pro" panose="020B0503030403020204" pitchFamily="34" charset="0"/>
              </a:rPr>
              <a:t>When and How many messages were sent </a:t>
            </a:r>
            <a:r>
              <a:rPr lang="en-IN" dirty="0">
                <a:solidFill>
                  <a:srgbClr val="31445D"/>
                </a:solidFill>
                <a:latin typeface="source sans pro" panose="020B0503030403020204" pitchFamily="34" charset="0"/>
              </a:rPr>
              <a:t>(</a:t>
            </a:r>
            <a:r>
              <a:rPr lang="en-IN" b="0" i="0" dirty="0">
                <a:solidFill>
                  <a:srgbClr val="333333"/>
                </a:solidFill>
                <a:effectLst/>
                <a:latin typeface="Roboto" panose="02000000000000000000" pitchFamily="2" charset="0"/>
              </a:rPr>
              <a:t>frequency) </a:t>
            </a:r>
            <a:r>
              <a:rPr lang="en-IN" b="0" i="0" dirty="0">
                <a:solidFill>
                  <a:srgbClr val="31445D"/>
                </a:solidFill>
                <a:effectLst/>
                <a:latin typeface="source sans pro" panose="020B0503030403020204" pitchFamily="34" charset="0"/>
              </a:rPr>
              <a:t>Patterns , host’s </a:t>
            </a:r>
            <a:r>
              <a:rPr lang="en-IN" b="0" i="0" dirty="0">
                <a:solidFill>
                  <a:srgbClr val="333333"/>
                </a:solidFill>
                <a:effectLst/>
                <a:latin typeface="Roboto" panose="02000000000000000000" pitchFamily="2" charset="0"/>
              </a:rPr>
              <a:t>identity and doing </a:t>
            </a:r>
            <a:r>
              <a:rPr lang="en-IN" b="0" i="0" dirty="0">
                <a:solidFill>
                  <a:srgbClr val="31445D"/>
                </a:solidFill>
                <a:effectLst/>
                <a:latin typeface="source sans pro" panose="020B0503030403020204" pitchFamily="34" charset="0"/>
              </a:rPr>
              <a:t>Advanced Analysis it can be used as base for other attacks</a:t>
            </a:r>
          </a:p>
          <a:p>
            <a:pPr>
              <a:buFont typeface="Arial" panose="020B0604020202020204" pitchFamily="34" charset="0"/>
              <a:buChar char="•"/>
            </a:pPr>
            <a:endParaRPr lang="en-IN" b="0" i="0" dirty="0">
              <a:solidFill>
                <a:srgbClr val="31445D"/>
              </a:solidFill>
              <a:effectLst/>
              <a:latin typeface="source sans pro" panose="020B0503030403020204" pitchFamily="34" charset="0"/>
            </a:endParaRPr>
          </a:p>
          <a:p>
            <a:pPr>
              <a:buFont typeface="Arial" panose="020B0604020202020204" pitchFamily="34" charset="0"/>
              <a:buChar char="•"/>
            </a:pPr>
            <a:endParaRPr lang="en-IN" b="0" i="0" dirty="0">
              <a:solidFill>
                <a:srgbClr val="31445D"/>
              </a:solidFill>
              <a:effectLst/>
              <a:latin typeface="source sans pro" panose="020B0503030403020204" pitchFamily="34" charset="0"/>
            </a:endParaRPr>
          </a:p>
          <a:p>
            <a:pPr>
              <a:buFont typeface="Arial" panose="020B0604020202020204" pitchFamily="34" charset="0"/>
              <a:buChar char="•"/>
            </a:pPr>
            <a:endParaRPr lang="en-IN" dirty="0"/>
          </a:p>
          <a:p>
            <a:pPr>
              <a:buFont typeface="Arial" panose="020B0604020202020204" pitchFamily="34" charset="0"/>
              <a:buChar char="•"/>
            </a:pPr>
            <a:endParaRPr lang="en-IN" dirty="0"/>
          </a:p>
        </p:txBody>
      </p:sp>
      <p:pic>
        <p:nvPicPr>
          <p:cNvPr id="3076" name="Picture 4" descr="Types of Attacks Or Security Attacks - TechBlogMU">
            <a:extLst>
              <a:ext uri="{FF2B5EF4-FFF2-40B4-BE49-F238E27FC236}">
                <a16:creationId xmlns:a16="http://schemas.microsoft.com/office/drawing/2014/main" id="{F5145B9F-8520-3256-E69F-25BED1BA693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18" t="2540" r="3847" b="5235"/>
          <a:stretch/>
        </p:blipFill>
        <p:spPr bwMode="auto">
          <a:xfrm>
            <a:off x="6133383" y="1721435"/>
            <a:ext cx="5939347" cy="33011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242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5E5D7-67AB-177B-FC33-5CAFD23291B0}"/>
              </a:ext>
            </a:extLst>
          </p:cNvPr>
          <p:cNvSpPr>
            <a:spLocks noGrp="1"/>
          </p:cNvSpPr>
          <p:nvPr>
            <p:ph type="title"/>
          </p:nvPr>
        </p:nvSpPr>
        <p:spPr>
          <a:xfrm>
            <a:off x="938254" y="0"/>
            <a:ext cx="10058400" cy="1425323"/>
          </a:xfrm>
        </p:spPr>
        <p:txBody>
          <a:bodyPr>
            <a:normAutofit/>
          </a:bodyPr>
          <a:lstStyle/>
          <a:p>
            <a:r>
              <a:rPr lang="en-IN" b="1" dirty="0"/>
              <a:t>2. Traffic Analysis …..</a:t>
            </a:r>
            <a:endParaRPr lang="en-IN" dirty="0"/>
          </a:p>
        </p:txBody>
      </p:sp>
      <p:sp>
        <p:nvSpPr>
          <p:cNvPr id="3" name="Content Placeholder 2">
            <a:extLst>
              <a:ext uri="{FF2B5EF4-FFF2-40B4-BE49-F238E27FC236}">
                <a16:creationId xmlns:a16="http://schemas.microsoft.com/office/drawing/2014/main" id="{283D9A13-1FC0-7F64-C2C0-CD6AA1217011}"/>
              </a:ext>
            </a:extLst>
          </p:cNvPr>
          <p:cNvSpPr>
            <a:spLocks noGrp="1"/>
          </p:cNvSpPr>
          <p:nvPr>
            <p:ph idx="1"/>
          </p:nvPr>
        </p:nvSpPr>
        <p:spPr>
          <a:xfrm>
            <a:off x="838200" y="1825625"/>
            <a:ext cx="5933661" cy="4351338"/>
          </a:xfrm>
        </p:spPr>
        <p:txBody>
          <a:bodyPr>
            <a:normAutofit fontScale="92500" lnSpcReduction="10000"/>
          </a:bodyPr>
          <a:lstStyle/>
          <a:p>
            <a:pPr>
              <a:buFont typeface="Arial" panose="020B0604020202020204" pitchFamily="34" charset="0"/>
              <a:buChar char="•"/>
            </a:pPr>
            <a:r>
              <a:rPr lang="en-IN" dirty="0"/>
              <a:t>Paper Title </a:t>
            </a:r>
            <a:r>
              <a:rPr lang="en-IN" b="1" dirty="0"/>
              <a:t>– Traffic Analysis Attack for Identifying Users’ Online Activities</a:t>
            </a:r>
          </a:p>
          <a:p>
            <a:pPr>
              <a:buFont typeface="Arial" panose="020B0604020202020204" pitchFamily="34" charset="0"/>
              <a:buChar char="•"/>
            </a:pPr>
            <a:r>
              <a:rPr lang="en-IN" dirty="0"/>
              <a:t>This paper presents a traffic analysis attack to find users’ online smartphone activities.</a:t>
            </a:r>
          </a:p>
          <a:p>
            <a:pPr>
              <a:buFont typeface="Arial" panose="020B0604020202020204" pitchFamily="34" charset="0"/>
              <a:buChar char="•"/>
            </a:pPr>
            <a:r>
              <a:rPr lang="en-IN" dirty="0"/>
              <a:t>An attack model is demonstrated that exploits SSL/TLS vulnerabilities to identify visited web pages which is successful against any encrypted tunnel which is performed using only the visible features of encrypted packets exchanged over the network. </a:t>
            </a:r>
          </a:p>
          <a:p>
            <a:pPr>
              <a:buFont typeface="Arial" panose="020B0604020202020204" pitchFamily="34" charset="0"/>
              <a:buChar char="•"/>
            </a:pPr>
            <a:r>
              <a:rPr lang="en-IN" dirty="0"/>
              <a:t>Since web applications use client–server architecture, the exchanged packets through the network can be exposed. Passively, an attacker finds traffic patterns by intercepting the flow of the exchange packets. The attack uses timing feature to infer the visited web pages. A huge amount of data is used to train the classifier. </a:t>
            </a:r>
          </a:p>
        </p:txBody>
      </p:sp>
      <p:pic>
        <p:nvPicPr>
          <p:cNvPr id="5" name="Picture 4">
            <a:extLst>
              <a:ext uri="{FF2B5EF4-FFF2-40B4-BE49-F238E27FC236}">
                <a16:creationId xmlns:a16="http://schemas.microsoft.com/office/drawing/2014/main" id="{50958160-81C3-B0D8-30AA-3B929D21046C}"/>
              </a:ext>
            </a:extLst>
          </p:cNvPr>
          <p:cNvPicPr>
            <a:picLocks noChangeAspect="1"/>
          </p:cNvPicPr>
          <p:nvPr/>
        </p:nvPicPr>
        <p:blipFill rotWithShape="1">
          <a:blip r:embed="rId2"/>
          <a:srcRect l="2414" r="14635"/>
          <a:stretch/>
        </p:blipFill>
        <p:spPr>
          <a:xfrm>
            <a:off x="6612835" y="549655"/>
            <a:ext cx="5009321" cy="2562225"/>
          </a:xfrm>
          <a:prstGeom prst="rect">
            <a:avLst/>
          </a:prstGeom>
        </p:spPr>
      </p:pic>
      <p:sp>
        <p:nvSpPr>
          <p:cNvPr id="6" name="TextBox 5">
            <a:extLst>
              <a:ext uri="{FF2B5EF4-FFF2-40B4-BE49-F238E27FC236}">
                <a16:creationId xmlns:a16="http://schemas.microsoft.com/office/drawing/2014/main" id="{87628059-AE20-1BE2-8AA8-91FAF78C44E3}"/>
              </a:ext>
            </a:extLst>
          </p:cNvPr>
          <p:cNvSpPr txBox="1"/>
          <p:nvPr/>
        </p:nvSpPr>
        <p:spPr>
          <a:xfrm>
            <a:off x="6983895" y="3746121"/>
            <a:ext cx="5115339" cy="1477328"/>
          </a:xfrm>
          <a:prstGeom prst="rect">
            <a:avLst/>
          </a:prstGeom>
          <a:noFill/>
        </p:spPr>
        <p:txBody>
          <a:bodyPr wrap="square">
            <a:spAutoFit/>
          </a:bodyPr>
          <a:lstStyle/>
          <a:p>
            <a:pPr marL="285750" indent="-285750">
              <a:buFont typeface="Arial" panose="020B0604020202020204" pitchFamily="34" charset="0"/>
              <a:buChar char="•"/>
            </a:pPr>
            <a:r>
              <a:rPr lang="en-IN" dirty="0"/>
              <a:t>The attacker makes use of the KNN classifier to classify a trace </a:t>
            </a:r>
          </a:p>
          <a:p>
            <a:pPr marL="285750" indent="-285750">
              <a:buFont typeface="Arial" panose="020B0604020202020204" pitchFamily="34" charset="0"/>
              <a:buChar char="•"/>
            </a:pPr>
            <a:r>
              <a:rPr lang="en-IN" dirty="0"/>
              <a:t>The proposed method uses the N-fold cross-validation evaluation technique and achieves the accuracy of 96%..</a:t>
            </a:r>
          </a:p>
        </p:txBody>
      </p:sp>
    </p:spTree>
    <p:extLst>
      <p:ext uri="{BB962C8B-B14F-4D97-AF65-F5344CB8AC3E}">
        <p14:creationId xmlns:p14="http://schemas.microsoft.com/office/powerpoint/2010/main" val="3167178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00351-32AC-9288-84B7-C8C370F987AC}"/>
              </a:ext>
            </a:extLst>
          </p:cNvPr>
          <p:cNvSpPr>
            <a:spLocks noGrp="1"/>
          </p:cNvSpPr>
          <p:nvPr>
            <p:ph type="title"/>
          </p:nvPr>
        </p:nvSpPr>
        <p:spPr>
          <a:xfrm>
            <a:off x="997226" y="0"/>
            <a:ext cx="10058400" cy="1450757"/>
          </a:xfrm>
        </p:spPr>
        <p:txBody>
          <a:bodyPr/>
          <a:lstStyle/>
          <a:p>
            <a:r>
              <a:rPr lang="en-IN" b="1" dirty="0"/>
              <a:t>3. Camouflage Adversaries</a:t>
            </a:r>
          </a:p>
        </p:txBody>
      </p:sp>
      <p:sp>
        <p:nvSpPr>
          <p:cNvPr id="3" name="Content Placeholder 2">
            <a:extLst>
              <a:ext uri="{FF2B5EF4-FFF2-40B4-BE49-F238E27FC236}">
                <a16:creationId xmlns:a16="http://schemas.microsoft.com/office/drawing/2014/main" id="{2ED188D9-4CEF-BDD0-E6C2-5FE2A4BF9ECE}"/>
              </a:ext>
            </a:extLst>
          </p:cNvPr>
          <p:cNvSpPr>
            <a:spLocks noGrp="1"/>
          </p:cNvSpPr>
          <p:nvPr>
            <p:ph idx="1"/>
          </p:nvPr>
        </p:nvSpPr>
        <p:spPr>
          <a:xfrm>
            <a:off x="573157" y="1780139"/>
            <a:ext cx="6808304" cy="4351338"/>
          </a:xfrm>
        </p:spPr>
        <p:txBody>
          <a:bodyPr>
            <a:normAutofit/>
          </a:bodyPr>
          <a:lstStyle/>
          <a:p>
            <a:pPr>
              <a:buFont typeface="Arial" panose="020B0604020202020204" pitchFamily="34" charset="0"/>
              <a:buChar char="•"/>
            </a:pPr>
            <a:r>
              <a:rPr lang="en-IN" dirty="0"/>
              <a:t>Sensor node in a WSN is compromised by an adversary or attacker. </a:t>
            </a:r>
          </a:p>
          <a:p>
            <a:pPr>
              <a:buFont typeface="Arial" panose="020B0604020202020204" pitchFamily="34" charset="0"/>
              <a:buChar char="•"/>
            </a:pPr>
            <a:r>
              <a:rPr lang="en-IN" dirty="0"/>
              <a:t>This compromised node which is also called as camouflage node of WSN is used to masquerade the rest of the normal sensor node in WSN. </a:t>
            </a:r>
          </a:p>
          <a:p>
            <a:pPr>
              <a:buFont typeface="Arial" panose="020B0604020202020204" pitchFamily="34" charset="0"/>
              <a:buChar char="•"/>
            </a:pPr>
            <a:r>
              <a:rPr lang="en-IN" dirty="0"/>
              <a:t>The camouflage node then makes a false advertisement about the routing information in such a way that the further forwarding of packets from other nodes through the compromised node. Once the packets are received they are forwarded to a strategic node</a:t>
            </a:r>
          </a:p>
          <a:p>
            <a:pPr>
              <a:buFont typeface="Arial" panose="020B0604020202020204" pitchFamily="34" charset="0"/>
              <a:buChar char="•"/>
            </a:pPr>
            <a:r>
              <a:rPr lang="en-IN" b="0" i="0" dirty="0">
                <a:solidFill>
                  <a:srgbClr val="2E2E2E"/>
                </a:solidFill>
                <a:effectLst/>
                <a:latin typeface="NexusSerif"/>
              </a:rPr>
              <a:t>The attacker hides the desired number of nodes in the wireless sensor network and imitates them as a regular node, leading to the packets' misrouting to different communication channels.</a:t>
            </a:r>
            <a:endParaRPr lang="en-IN" dirty="0"/>
          </a:p>
        </p:txBody>
      </p:sp>
      <p:pic>
        <p:nvPicPr>
          <p:cNvPr id="2050" name="Picture 2" descr="Fig 1">
            <a:extLst>
              <a:ext uri="{FF2B5EF4-FFF2-40B4-BE49-F238E27FC236}">
                <a16:creationId xmlns:a16="http://schemas.microsoft.com/office/drawing/2014/main" id="{D4EB9BB3-CFD8-88B1-3DFC-90D0C12204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1461" y="1802508"/>
            <a:ext cx="4479234" cy="32529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9667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10C05-7084-E1E9-78A2-EF535F698965}"/>
              </a:ext>
            </a:extLst>
          </p:cNvPr>
          <p:cNvSpPr>
            <a:spLocks noGrp="1"/>
          </p:cNvSpPr>
          <p:nvPr>
            <p:ph type="title"/>
          </p:nvPr>
        </p:nvSpPr>
        <p:spPr/>
        <p:txBody>
          <a:bodyPr/>
          <a:lstStyle/>
          <a:p>
            <a:r>
              <a:rPr lang="en-IN" b="1" dirty="0"/>
              <a:t>Active Attacks</a:t>
            </a:r>
          </a:p>
        </p:txBody>
      </p:sp>
      <p:sp>
        <p:nvSpPr>
          <p:cNvPr id="3" name="Content Placeholder 2">
            <a:extLst>
              <a:ext uri="{FF2B5EF4-FFF2-40B4-BE49-F238E27FC236}">
                <a16:creationId xmlns:a16="http://schemas.microsoft.com/office/drawing/2014/main" id="{27A352AA-B072-47D4-C05A-599D5698F908}"/>
              </a:ext>
            </a:extLst>
          </p:cNvPr>
          <p:cNvSpPr>
            <a:spLocks noGrp="1"/>
          </p:cNvSpPr>
          <p:nvPr>
            <p:ph idx="1"/>
          </p:nvPr>
        </p:nvSpPr>
        <p:spPr/>
        <p:txBody>
          <a:bodyPr>
            <a:normAutofit/>
          </a:bodyPr>
          <a:lstStyle/>
          <a:p>
            <a:pPr>
              <a:buFont typeface="Arial" panose="020B0604020202020204" pitchFamily="34" charset="0"/>
              <a:buChar char="•"/>
            </a:pPr>
            <a:r>
              <a:rPr lang="en-IN" sz="2400" dirty="0"/>
              <a:t>In active attack, an unauthorized attacker monitors, listen to and modifies the data stream in the communication channel. </a:t>
            </a:r>
          </a:p>
          <a:p>
            <a:pPr>
              <a:buFont typeface="Arial" panose="020B0604020202020204" pitchFamily="34" charset="0"/>
              <a:buChar char="•"/>
            </a:pPr>
            <a:r>
              <a:rPr lang="en-IN" sz="2400" dirty="0"/>
              <a:t>Here the attackers are no longer passive. </a:t>
            </a:r>
          </a:p>
          <a:p>
            <a:pPr>
              <a:buFont typeface="Arial" panose="020B0604020202020204" pitchFamily="34" charset="0"/>
              <a:buChar char="•"/>
            </a:pPr>
            <a:r>
              <a:rPr lang="en-IN" sz="2400" dirty="0"/>
              <a:t>Active measures are taken to achieve control over the network. </a:t>
            </a:r>
          </a:p>
          <a:p>
            <a:pPr>
              <a:buFont typeface="Arial" panose="020B0604020202020204" pitchFamily="34" charset="0"/>
              <a:buChar char="•"/>
            </a:pPr>
            <a:r>
              <a:rPr lang="en-IN" sz="2400" dirty="0"/>
              <a:t>Some examples of active attacks are DoS, modification of data, black hole, replay, sinkhole, spoofing, flooding, jamming, overwhelm, wormhole, fabrication, Hello flood, node subversion, lack of cooperation, modification, man-in-middle attack, selective forwarding and false node.</a:t>
            </a:r>
          </a:p>
        </p:txBody>
      </p:sp>
    </p:spTree>
    <p:extLst>
      <p:ext uri="{BB962C8B-B14F-4D97-AF65-F5344CB8AC3E}">
        <p14:creationId xmlns:p14="http://schemas.microsoft.com/office/powerpoint/2010/main" val="4232167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22549-A44B-8A36-A2CA-5F4AD56BB8C1}"/>
              </a:ext>
            </a:extLst>
          </p:cNvPr>
          <p:cNvSpPr>
            <a:spLocks noGrp="1"/>
          </p:cNvSpPr>
          <p:nvPr>
            <p:ph type="title"/>
          </p:nvPr>
        </p:nvSpPr>
        <p:spPr/>
        <p:txBody>
          <a:bodyPr/>
          <a:lstStyle/>
          <a:p>
            <a:r>
              <a:rPr lang="en-IN" dirty="0"/>
              <a:t>Active Attacks….</a:t>
            </a:r>
          </a:p>
        </p:txBody>
      </p:sp>
      <p:pic>
        <p:nvPicPr>
          <p:cNvPr id="8194" name="Picture 2" descr="Difference Between Active and Passive Attacks (with Comparison Chart) -  Tech Differences">
            <a:extLst>
              <a:ext uri="{FF2B5EF4-FFF2-40B4-BE49-F238E27FC236}">
                <a16:creationId xmlns:a16="http://schemas.microsoft.com/office/drawing/2014/main" id="{C350899E-BD56-6B3E-F9C1-9B57B184F5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7280" y="1892387"/>
            <a:ext cx="7472077" cy="3402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8312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58D33-083A-141F-5C0B-D045340B9FAB}"/>
              </a:ext>
            </a:extLst>
          </p:cNvPr>
          <p:cNvSpPr>
            <a:spLocks noGrp="1"/>
          </p:cNvSpPr>
          <p:nvPr>
            <p:ph type="title"/>
          </p:nvPr>
        </p:nvSpPr>
        <p:spPr/>
        <p:txBody>
          <a:bodyPr/>
          <a:lstStyle/>
          <a:p>
            <a:r>
              <a:rPr lang="en-IN" b="1" dirty="0"/>
              <a:t>Denial of Service </a:t>
            </a:r>
          </a:p>
        </p:txBody>
      </p:sp>
      <p:sp>
        <p:nvSpPr>
          <p:cNvPr id="3" name="Content Placeholder 2">
            <a:extLst>
              <a:ext uri="{FF2B5EF4-FFF2-40B4-BE49-F238E27FC236}">
                <a16:creationId xmlns:a16="http://schemas.microsoft.com/office/drawing/2014/main" id="{222FE880-77FA-9ED6-D131-C883B648B9FD}"/>
              </a:ext>
            </a:extLst>
          </p:cNvPr>
          <p:cNvSpPr>
            <a:spLocks noGrp="1"/>
          </p:cNvSpPr>
          <p:nvPr>
            <p:ph idx="1"/>
          </p:nvPr>
        </p:nvSpPr>
        <p:spPr/>
        <p:txBody>
          <a:bodyPr>
            <a:normAutofit lnSpcReduction="10000"/>
          </a:bodyPr>
          <a:lstStyle/>
          <a:p>
            <a:pPr>
              <a:buFont typeface="Arial" panose="020B0604020202020204" pitchFamily="34" charset="0"/>
              <a:buChar char="•"/>
            </a:pPr>
            <a:r>
              <a:rPr lang="en-IN" sz="2000" dirty="0"/>
              <a:t>It is the typical attack against availability </a:t>
            </a:r>
          </a:p>
          <a:p>
            <a:pPr>
              <a:buFont typeface="Arial" panose="020B0604020202020204" pitchFamily="34" charset="0"/>
              <a:buChar char="•"/>
            </a:pPr>
            <a:r>
              <a:rPr lang="en-IN" sz="2000" b="0" i="0" dirty="0">
                <a:solidFill>
                  <a:srgbClr val="333333"/>
                </a:solidFill>
                <a:effectLst/>
                <a:latin typeface="Source Sans Pro" panose="020B0503030403020204" pitchFamily="34" charset="0"/>
              </a:rPr>
              <a:t>A denial-of-service (DoS) attack occurs when legitimate users are unable to access information systems, devices, or other network resources due to the actions of a malicious cyber threat actor</a:t>
            </a:r>
            <a:endParaRPr lang="en-IN" sz="2000" dirty="0"/>
          </a:p>
          <a:p>
            <a:pPr>
              <a:buFont typeface="Arial" panose="020B0604020202020204" pitchFamily="34" charset="0"/>
              <a:buChar char="•"/>
            </a:pPr>
            <a:r>
              <a:rPr lang="en-IN" sz="2000" dirty="0"/>
              <a:t>There are two general forms of DoS attacks: those that </a:t>
            </a:r>
            <a:r>
              <a:rPr lang="en-IN" sz="2000" b="1" dirty="0"/>
              <a:t>crash services </a:t>
            </a:r>
            <a:r>
              <a:rPr lang="en-IN" sz="2000" dirty="0"/>
              <a:t>and</a:t>
            </a:r>
            <a:r>
              <a:rPr lang="en-IN" sz="2000" b="1" dirty="0"/>
              <a:t>  those that flood services. </a:t>
            </a:r>
          </a:p>
          <a:p>
            <a:pPr>
              <a:buFont typeface="Arial" panose="020B0604020202020204" pitchFamily="34" charset="0"/>
              <a:buChar char="•"/>
            </a:pPr>
            <a:r>
              <a:rPr lang="en-IN" sz="2000" dirty="0"/>
              <a:t>Denial of Service attacks that crash services are actually more similar to program exploits. Often, these attacks are dependent on a poor implementation by a specific vendor. A buffer overflow exploit gone wrong will usually just crash the target program</a:t>
            </a:r>
          </a:p>
          <a:p>
            <a:pPr>
              <a:buFont typeface="Arial" panose="020B0604020202020204" pitchFamily="34" charset="0"/>
              <a:buChar char="•"/>
            </a:pPr>
            <a:r>
              <a:rPr lang="en-IN" sz="2000" b="0" i="0" dirty="0">
                <a:solidFill>
                  <a:srgbClr val="333333"/>
                </a:solidFill>
                <a:effectLst/>
                <a:latin typeface="Source Sans Pro" panose="020B0503030403020204" pitchFamily="34" charset="0"/>
              </a:rPr>
              <a:t>A denial-of-service condition accomplished by flooding the targeted host or network with traffic until the target cannot respond ,</a:t>
            </a:r>
            <a:r>
              <a:rPr lang="en-IN" sz="2000" b="0" i="0" dirty="0">
                <a:solidFill>
                  <a:srgbClr val="222222"/>
                </a:solidFill>
                <a:effectLst/>
                <a:latin typeface="-apple-system"/>
              </a:rPr>
              <a:t> By saturating a targeted server with an overwhelming amount of packets</a:t>
            </a:r>
            <a:endParaRPr lang="en-IN" sz="2000" dirty="0"/>
          </a:p>
        </p:txBody>
      </p:sp>
      <p:pic>
        <p:nvPicPr>
          <p:cNvPr id="4" name="Picture 3">
            <a:extLst>
              <a:ext uri="{FF2B5EF4-FFF2-40B4-BE49-F238E27FC236}">
                <a16:creationId xmlns:a16="http://schemas.microsoft.com/office/drawing/2014/main" id="{B2F27305-43E8-2748-A579-C3DB8FDC13CF}"/>
              </a:ext>
            </a:extLst>
          </p:cNvPr>
          <p:cNvPicPr>
            <a:picLocks noChangeAspect="1"/>
          </p:cNvPicPr>
          <p:nvPr/>
        </p:nvPicPr>
        <p:blipFill>
          <a:blip r:embed="rId2"/>
          <a:stretch>
            <a:fillRect/>
          </a:stretch>
        </p:blipFill>
        <p:spPr>
          <a:xfrm>
            <a:off x="7633250" y="318472"/>
            <a:ext cx="3712773" cy="1741917"/>
          </a:xfrm>
          <a:prstGeom prst="rect">
            <a:avLst/>
          </a:prstGeom>
        </p:spPr>
      </p:pic>
    </p:spTree>
    <p:extLst>
      <p:ext uri="{BB962C8B-B14F-4D97-AF65-F5344CB8AC3E}">
        <p14:creationId xmlns:p14="http://schemas.microsoft.com/office/powerpoint/2010/main" val="2922764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6EDFC-999D-3E31-C351-A2843CCB2A39}"/>
              </a:ext>
            </a:extLst>
          </p:cNvPr>
          <p:cNvSpPr>
            <a:spLocks noGrp="1"/>
          </p:cNvSpPr>
          <p:nvPr>
            <p:ph type="title"/>
          </p:nvPr>
        </p:nvSpPr>
        <p:spPr/>
        <p:txBody>
          <a:bodyPr/>
          <a:lstStyle/>
          <a:p>
            <a:r>
              <a:rPr lang="en-IN" b="1" dirty="0"/>
              <a:t>Distributed DoS Attack</a:t>
            </a:r>
          </a:p>
        </p:txBody>
      </p:sp>
      <p:sp>
        <p:nvSpPr>
          <p:cNvPr id="3" name="Content Placeholder 2">
            <a:extLst>
              <a:ext uri="{FF2B5EF4-FFF2-40B4-BE49-F238E27FC236}">
                <a16:creationId xmlns:a16="http://schemas.microsoft.com/office/drawing/2014/main" id="{E66AE337-A1D4-46CC-491F-5FF5E40A34DD}"/>
              </a:ext>
            </a:extLst>
          </p:cNvPr>
          <p:cNvSpPr>
            <a:spLocks noGrp="1"/>
          </p:cNvSpPr>
          <p:nvPr>
            <p:ph idx="1"/>
          </p:nvPr>
        </p:nvSpPr>
        <p:spPr>
          <a:xfrm>
            <a:off x="467139" y="1690688"/>
            <a:ext cx="6317974" cy="4351338"/>
          </a:xfrm>
        </p:spPr>
        <p:txBody>
          <a:bodyPr>
            <a:normAutofit/>
          </a:bodyPr>
          <a:lstStyle/>
          <a:p>
            <a:pPr algn="l">
              <a:buFont typeface="Arial" panose="020B0604020202020204" pitchFamily="34" charset="0"/>
              <a:buChar char="•"/>
            </a:pPr>
            <a:endParaRPr lang="en-IN" sz="2400" i="0" dirty="0">
              <a:solidFill>
                <a:srgbClr val="222222"/>
              </a:solidFill>
              <a:effectLst/>
            </a:endParaRPr>
          </a:p>
          <a:p>
            <a:pPr algn="l">
              <a:buFont typeface="Arial" panose="020B0604020202020204" pitchFamily="34" charset="0"/>
              <a:buChar char="•"/>
            </a:pPr>
            <a:r>
              <a:rPr lang="en-IN" sz="2400" i="0" dirty="0">
                <a:solidFill>
                  <a:srgbClr val="222222"/>
                </a:solidFill>
                <a:effectLst/>
              </a:rPr>
              <a:t>DoS attack is characterized by using a single computer to launch the attack.</a:t>
            </a:r>
          </a:p>
          <a:p>
            <a:pPr algn="l">
              <a:buFont typeface="Arial" panose="020B0604020202020204" pitchFamily="34" charset="0"/>
              <a:buChar char="•"/>
            </a:pPr>
            <a:r>
              <a:rPr lang="en-IN" sz="2400" dirty="0">
                <a:solidFill>
                  <a:srgbClr val="0051C3"/>
                </a:solidFill>
              </a:rPr>
              <a:t> DDoS </a:t>
            </a:r>
            <a:r>
              <a:rPr lang="en-IN" sz="2400" i="0" dirty="0">
                <a:solidFill>
                  <a:srgbClr val="222222"/>
                </a:solidFill>
                <a:effectLst/>
              </a:rPr>
              <a:t>is a type of DoS attack that comes from many distributed sources as a </a:t>
            </a:r>
            <a:r>
              <a:rPr lang="en-IN" sz="2400" dirty="0">
                <a:solidFill>
                  <a:srgbClr val="222222"/>
                </a:solidFill>
              </a:rPr>
              <a:t>b</a:t>
            </a:r>
            <a:r>
              <a:rPr lang="en-IN" sz="2400" i="0" dirty="0">
                <a:solidFill>
                  <a:srgbClr val="222222"/>
                </a:solidFill>
                <a:effectLst/>
              </a:rPr>
              <a:t>otnet</a:t>
            </a:r>
            <a:endParaRPr lang="en-IN" sz="2400" i="0" strike="noStrike" dirty="0">
              <a:solidFill>
                <a:srgbClr val="0051C3"/>
              </a:solidFill>
              <a:effectLst/>
            </a:endParaRPr>
          </a:p>
          <a:p>
            <a:pPr algn="l">
              <a:buFont typeface="Arial" panose="020B0604020202020204" pitchFamily="34" charset="0"/>
              <a:buChar char="•"/>
            </a:pPr>
            <a:r>
              <a:rPr lang="en-IN" sz="2400" dirty="0">
                <a:solidFill>
                  <a:srgbClr val="0051C3"/>
                </a:solidFill>
              </a:rPr>
              <a:t>B</a:t>
            </a:r>
            <a:r>
              <a:rPr lang="en-IN" sz="2400" i="0" dirty="0">
                <a:solidFill>
                  <a:srgbClr val="222222"/>
                </a:solidFill>
                <a:effectLst/>
              </a:rPr>
              <a:t>otnet refers to a group of computers which have been infected by malware and have come under the control of a malicious actor</a:t>
            </a:r>
          </a:p>
          <a:p>
            <a:pPr>
              <a:buFont typeface="Arial" panose="020B0604020202020204" pitchFamily="34" charset="0"/>
              <a:buChar char="•"/>
            </a:pPr>
            <a:endParaRPr lang="en-IN" sz="2400" dirty="0"/>
          </a:p>
        </p:txBody>
      </p:sp>
      <p:pic>
        <p:nvPicPr>
          <p:cNvPr id="5" name="Picture 4">
            <a:extLst>
              <a:ext uri="{FF2B5EF4-FFF2-40B4-BE49-F238E27FC236}">
                <a16:creationId xmlns:a16="http://schemas.microsoft.com/office/drawing/2014/main" id="{1E1C1299-229E-BC2E-9EB3-F77771A24869}"/>
              </a:ext>
            </a:extLst>
          </p:cNvPr>
          <p:cNvPicPr>
            <a:picLocks noChangeAspect="1"/>
          </p:cNvPicPr>
          <p:nvPr/>
        </p:nvPicPr>
        <p:blipFill>
          <a:blip r:embed="rId2"/>
          <a:stretch>
            <a:fillRect/>
          </a:stretch>
        </p:blipFill>
        <p:spPr>
          <a:xfrm>
            <a:off x="6686075" y="1984189"/>
            <a:ext cx="5038786" cy="2814844"/>
          </a:xfrm>
          <a:prstGeom prst="rect">
            <a:avLst/>
          </a:prstGeom>
        </p:spPr>
      </p:pic>
      <p:sp>
        <p:nvSpPr>
          <p:cNvPr id="7" name="TextBox 6">
            <a:extLst>
              <a:ext uri="{FF2B5EF4-FFF2-40B4-BE49-F238E27FC236}">
                <a16:creationId xmlns:a16="http://schemas.microsoft.com/office/drawing/2014/main" id="{5FF4075E-4F29-31A9-33DA-635819041451}"/>
              </a:ext>
            </a:extLst>
          </p:cNvPr>
          <p:cNvSpPr txBox="1"/>
          <p:nvPr/>
        </p:nvSpPr>
        <p:spPr>
          <a:xfrm>
            <a:off x="6686075" y="5029394"/>
            <a:ext cx="5393635" cy="646331"/>
          </a:xfrm>
          <a:prstGeom prst="rect">
            <a:avLst/>
          </a:prstGeom>
          <a:noFill/>
        </p:spPr>
        <p:txBody>
          <a:bodyPr wrap="square">
            <a:spAutoFit/>
          </a:bodyPr>
          <a:lstStyle/>
          <a:p>
            <a:r>
              <a:rPr lang="en-IN" b="0" i="0" dirty="0">
                <a:solidFill>
                  <a:srgbClr val="222222"/>
                </a:solidFill>
                <a:effectLst/>
                <a:latin typeface="-apple-system"/>
              </a:rPr>
              <a:t>DoS utilizes a single connection, while a DDoS attack utilizes many sources of attack traffic</a:t>
            </a:r>
            <a:endParaRPr lang="en-IN" dirty="0"/>
          </a:p>
        </p:txBody>
      </p:sp>
    </p:spTree>
    <p:extLst>
      <p:ext uri="{BB962C8B-B14F-4D97-AF65-F5344CB8AC3E}">
        <p14:creationId xmlns:p14="http://schemas.microsoft.com/office/powerpoint/2010/main" val="11520574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D6D5A-F2DC-3579-3C83-3211992A26A1}"/>
              </a:ext>
            </a:extLst>
          </p:cNvPr>
          <p:cNvSpPr>
            <a:spLocks noGrp="1"/>
          </p:cNvSpPr>
          <p:nvPr>
            <p:ph type="title"/>
          </p:nvPr>
        </p:nvSpPr>
        <p:spPr/>
        <p:txBody>
          <a:bodyPr/>
          <a:lstStyle/>
          <a:p>
            <a:r>
              <a:rPr lang="en-IN" b="1" dirty="0">
                <a:solidFill>
                  <a:srgbClr val="222222"/>
                </a:solidFill>
                <a:latin typeface="-apple-system"/>
              </a:rPr>
              <a:t>S</a:t>
            </a:r>
            <a:r>
              <a:rPr lang="en-IN" b="1" i="0" dirty="0">
                <a:solidFill>
                  <a:srgbClr val="222222"/>
                </a:solidFill>
                <a:effectLst/>
                <a:latin typeface="-apple-system"/>
              </a:rPr>
              <a:t>ignificant DoS attacks</a:t>
            </a:r>
            <a:br>
              <a:rPr lang="en-IN" b="1" i="0" dirty="0">
                <a:solidFill>
                  <a:srgbClr val="222222"/>
                </a:solidFill>
                <a:effectLst/>
                <a:latin typeface="-apple-system"/>
              </a:rPr>
            </a:br>
            <a:endParaRPr lang="en-IN" dirty="0"/>
          </a:p>
        </p:txBody>
      </p:sp>
      <p:graphicFrame>
        <p:nvGraphicFramePr>
          <p:cNvPr id="5" name="Diagram 4">
            <a:extLst>
              <a:ext uri="{FF2B5EF4-FFF2-40B4-BE49-F238E27FC236}">
                <a16:creationId xmlns:a16="http://schemas.microsoft.com/office/drawing/2014/main" id="{704C4C73-7390-81FF-9163-638A18F80EA0}"/>
              </a:ext>
            </a:extLst>
          </p:cNvPr>
          <p:cNvGraphicFramePr/>
          <p:nvPr>
            <p:extLst>
              <p:ext uri="{D42A27DB-BD31-4B8C-83A1-F6EECF244321}">
                <p14:modId xmlns:p14="http://schemas.microsoft.com/office/powerpoint/2010/main" val="1901809008"/>
              </p:ext>
            </p:extLst>
          </p:nvPr>
        </p:nvGraphicFramePr>
        <p:xfrm>
          <a:off x="954157" y="1690688"/>
          <a:ext cx="5803348" cy="37587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055745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240B0-5173-DA4E-F396-641C3DF38304}"/>
              </a:ext>
            </a:extLst>
          </p:cNvPr>
          <p:cNvSpPr>
            <a:spLocks noGrp="1"/>
          </p:cNvSpPr>
          <p:nvPr>
            <p:ph type="title"/>
          </p:nvPr>
        </p:nvSpPr>
        <p:spPr/>
        <p:txBody>
          <a:bodyPr/>
          <a:lstStyle/>
          <a:p>
            <a:r>
              <a:rPr lang="en-IN" b="1" dirty="0"/>
              <a:t>1.SYN Flooding </a:t>
            </a:r>
          </a:p>
        </p:txBody>
      </p:sp>
      <p:sp>
        <p:nvSpPr>
          <p:cNvPr id="3" name="Content Placeholder 2">
            <a:extLst>
              <a:ext uri="{FF2B5EF4-FFF2-40B4-BE49-F238E27FC236}">
                <a16:creationId xmlns:a16="http://schemas.microsoft.com/office/drawing/2014/main" id="{45BF6FE5-5761-1D7D-5BC5-1FA4ACB00F1A}"/>
              </a:ext>
            </a:extLst>
          </p:cNvPr>
          <p:cNvSpPr>
            <a:spLocks noGrp="1"/>
          </p:cNvSpPr>
          <p:nvPr>
            <p:ph idx="1"/>
          </p:nvPr>
        </p:nvSpPr>
        <p:spPr>
          <a:xfrm>
            <a:off x="838200" y="1825625"/>
            <a:ext cx="5842000" cy="4351338"/>
          </a:xfrm>
        </p:spPr>
        <p:txBody>
          <a:bodyPr>
            <a:normAutofit/>
          </a:bodyPr>
          <a:lstStyle/>
          <a:p>
            <a:pPr>
              <a:buFont typeface="Arial" panose="020B0604020202020204" pitchFamily="34" charset="0"/>
              <a:buChar char="•"/>
            </a:pPr>
            <a:r>
              <a:rPr lang="en-IN" sz="2400" dirty="0">
                <a:solidFill>
                  <a:srgbClr val="222222"/>
                </a:solidFill>
              </a:rPr>
              <a:t>H</a:t>
            </a:r>
            <a:r>
              <a:rPr lang="en-IN" sz="2400" b="0" i="0" dirty="0">
                <a:solidFill>
                  <a:srgbClr val="222222"/>
                </a:solidFill>
                <a:effectLst/>
              </a:rPr>
              <a:t>alf-open attack</a:t>
            </a:r>
          </a:p>
          <a:p>
            <a:pPr>
              <a:buFont typeface="Arial" panose="020B0604020202020204" pitchFamily="34" charset="0"/>
              <a:buChar char="•"/>
            </a:pPr>
            <a:r>
              <a:rPr lang="en-IN" sz="2400" b="0" i="0" dirty="0">
                <a:solidFill>
                  <a:srgbClr val="222222"/>
                </a:solidFill>
                <a:effectLst/>
              </a:rPr>
              <a:t>SYN flood attacks work by exploiting the handshake process of a TCP connection</a:t>
            </a:r>
          </a:p>
          <a:p>
            <a:pPr>
              <a:buFont typeface="Arial" panose="020B0604020202020204" pitchFamily="34" charset="0"/>
              <a:buChar char="•"/>
            </a:pPr>
            <a:r>
              <a:rPr lang="en-IN" sz="2400" b="0" i="0" dirty="0">
                <a:solidFill>
                  <a:srgbClr val="222222"/>
                </a:solidFill>
                <a:effectLst/>
              </a:rPr>
              <a:t>To create DoS, an attacker exploits the fact that after an initial SYN packet has been received, the server will respond back with one or more SYN/ACK packets and wait for the final step in the handshake</a:t>
            </a:r>
            <a:endParaRPr lang="en-IN" sz="2400" dirty="0"/>
          </a:p>
        </p:txBody>
      </p:sp>
      <p:pic>
        <p:nvPicPr>
          <p:cNvPr id="5" name="Picture 4">
            <a:extLst>
              <a:ext uri="{FF2B5EF4-FFF2-40B4-BE49-F238E27FC236}">
                <a16:creationId xmlns:a16="http://schemas.microsoft.com/office/drawing/2014/main" id="{557CAA43-C4A0-1012-D6D9-BB26DD9E95BE}"/>
              </a:ext>
            </a:extLst>
          </p:cNvPr>
          <p:cNvPicPr>
            <a:picLocks noChangeAspect="1"/>
          </p:cNvPicPr>
          <p:nvPr/>
        </p:nvPicPr>
        <p:blipFill>
          <a:blip r:embed="rId2"/>
          <a:stretch>
            <a:fillRect/>
          </a:stretch>
        </p:blipFill>
        <p:spPr>
          <a:xfrm>
            <a:off x="6680200" y="1825625"/>
            <a:ext cx="5486344" cy="3495423"/>
          </a:xfrm>
          <a:prstGeom prst="rect">
            <a:avLst/>
          </a:prstGeom>
        </p:spPr>
      </p:pic>
    </p:spTree>
    <p:extLst>
      <p:ext uri="{BB962C8B-B14F-4D97-AF65-F5344CB8AC3E}">
        <p14:creationId xmlns:p14="http://schemas.microsoft.com/office/powerpoint/2010/main" val="20097095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DA318-D825-8E59-99B7-1C04D3756DF3}"/>
              </a:ext>
            </a:extLst>
          </p:cNvPr>
          <p:cNvSpPr>
            <a:spLocks noGrp="1"/>
          </p:cNvSpPr>
          <p:nvPr>
            <p:ph type="title"/>
          </p:nvPr>
        </p:nvSpPr>
        <p:spPr>
          <a:xfrm>
            <a:off x="636105" y="225287"/>
            <a:ext cx="10677939" cy="763138"/>
          </a:xfrm>
        </p:spPr>
        <p:txBody>
          <a:bodyPr/>
          <a:lstStyle/>
          <a:p>
            <a:r>
              <a:rPr lang="en-IN" b="1" dirty="0"/>
              <a:t>1.SYN Flooding Working</a:t>
            </a:r>
          </a:p>
        </p:txBody>
      </p:sp>
      <p:sp>
        <p:nvSpPr>
          <p:cNvPr id="3" name="Content Placeholder 2">
            <a:extLst>
              <a:ext uri="{FF2B5EF4-FFF2-40B4-BE49-F238E27FC236}">
                <a16:creationId xmlns:a16="http://schemas.microsoft.com/office/drawing/2014/main" id="{943294C4-0CEB-6EA2-F78B-DCC005C1C5D2}"/>
              </a:ext>
            </a:extLst>
          </p:cNvPr>
          <p:cNvSpPr>
            <a:spLocks noGrp="1"/>
          </p:cNvSpPr>
          <p:nvPr>
            <p:ph idx="1"/>
          </p:nvPr>
        </p:nvSpPr>
        <p:spPr>
          <a:xfrm>
            <a:off x="520700" y="988426"/>
            <a:ext cx="5478670" cy="5081070"/>
          </a:xfrm>
        </p:spPr>
        <p:txBody>
          <a:bodyPr>
            <a:normAutofit fontScale="92500" lnSpcReduction="20000"/>
          </a:bodyPr>
          <a:lstStyle/>
          <a:p>
            <a:pPr>
              <a:buFont typeface="Arial" panose="020B0604020202020204" pitchFamily="34" charset="0"/>
              <a:buChar char="•"/>
            </a:pPr>
            <a:r>
              <a:rPr lang="en-IN" dirty="0"/>
              <a:t>The attacker floods the victim’s system with many SYN packets, using a spoofed source address. </a:t>
            </a:r>
          </a:p>
          <a:p>
            <a:pPr>
              <a:buFont typeface="Arial" panose="020B0604020202020204" pitchFamily="34" charset="0"/>
              <a:buChar char="•"/>
            </a:pPr>
            <a:r>
              <a:rPr lang="en-IN" dirty="0"/>
              <a:t>Since a SYN packet is used to initiate a TCP connection, the victim’s machine will send a SYN/ACK packet to the spoofed address in response and wait for the expected ACK response and </a:t>
            </a:r>
            <a:r>
              <a:rPr lang="en-IN" b="0" i="0" dirty="0">
                <a:solidFill>
                  <a:srgbClr val="222222"/>
                </a:solidFill>
                <a:effectLst/>
              </a:rPr>
              <a:t>leaves an open port ready to receive the response . </a:t>
            </a:r>
            <a:r>
              <a:rPr lang="en-IN" dirty="0"/>
              <a:t>Each of these waiting, half-open connections goes into a backlog queue that has limited space. </a:t>
            </a:r>
          </a:p>
          <a:p>
            <a:pPr>
              <a:buFont typeface="Arial" panose="020B0604020202020204" pitchFamily="34" charset="0"/>
              <a:buChar char="•"/>
            </a:pPr>
            <a:r>
              <a:rPr lang="en-IN" dirty="0"/>
              <a:t>Since the spoofed source addresses don’t send back ACK the responses needed to remove these entries from the queue and complete the connections never come. </a:t>
            </a:r>
          </a:p>
          <a:p>
            <a:pPr>
              <a:buFont typeface="Arial" panose="020B0604020202020204" pitchFamily="34" charset="0"/>
              <a:buChar char="•"/>
            </a:pPr>
            <a:r>
              <a:rPr lang="en-IN" dirty="0"/>
              <a:t>Instead, each half-open connection must time out, which takes a relatively long time. As long as the attacker continues to flood the victim’s system with spoofed SYN packets, the victim’s backlog queue will remain full, making it nearly impossible for real SYN packets to get to the system and initiate valid connections.</a:t>
            </a:r>
          </a:p>
        </p:txBody>
      </p:sp>
      <p:pic>
        <p:nvPicPr>
          <p:cNvPr id="5" name="Picture 4">
            <a:extLst>
              <a:ext uri="{FF2B5EF4-FFF2-40B4-BE49-F238E27FC236}">
                <a16:creationId xmlns:a16="http://schemas.microsoft.com/office/drawing/2014/main" id="{AAA81751-8617-9FCF-1966-DF42F767D165}"/>
              </a:ext>
            </a:extLst>
          </p:cNvPr>
          <p:cNvPicPr>
            <a:picLocks noChangeAspect="1"/>
          </p:cNvPicPr>
          <p:nvPr/>
        </p:nvPicPr>
        <p:blipFill>
          <a:blip r:embed="rId2"/>
          <a:stretch>
            <a:fillRect/>
          </a:stretch>
        </p:blipFill>
        <p:spPr>
          <a:xfrm>
            <a:off x="6311900" y="673211"/>
            <a:ext cx="5380566" cy="3579812"/>
          </a:xfrm>
          <a:prstGeom prst="rect">
            <a:avLst/>
          </a:prstGeom>
        </p:spPr>
      </p:pic>
      <p:sp>
        <p:nvSpPr>
          <p:cNvPr id="9" name="TextBox 8">
            <a:extLst>
              <a:ext uri="{FF2B5EF4-FFF2-40B4-BE49-F238E27FC236}">
                <a16:creationId xmlns:a16="http://schemas.microsoft.com/office/drawing/2014/main" id="{542DB1F9-7301-E208-8AC3-75DF27EB1FD9}"/>
              </a:ext>
            </a:extLst>
          </p:cNvPr>
          <p:cNvSpPr txBox="1"/>
          <p:nvPr/>
        </p:nvSpPr>
        <p:spPr>
          <a:xfrm>
            <a:off x="6192631" y="4410911"/>
            <a:ext cx="5641560" cy="923330"/>
          </a:xfrm>
          <a:prstGeom prst="rect">
            <a:avLst/>
          </a:prstGeom>
          <a:noFill/>
        </p:spPr>
        <p:txBody>
          <a:bodyPr wrap="square">
            <a:spAutoFit/>
          </a:bodyPr>
          <a:lstStyle/>
          <a:p>
            <a:r>
              <a:rPr lang="en-IN" dirty="0"/>
              <a:t>Some operating systems (for example, Linux) use a technique called </a:t>
            </a:r>
            <a:r>
              <a:rPr lang="en-IN" dirty="0" err="1"/>
              <a:t>syncookies</a:t>
            </a:r>
            <a:r>
              <a:rPr lang="en-IN" dirty="0"/>
              <a:t> to try to prevent SYN flood attacks</a:t>
            </a:r>
          </a:p>
        </p:txBody>
      </p:sp>
    </p:spTree>
    <p:extLst>
      <p:ext uri="{BB962C8B-B14F-4D97-AF65-F5344CB8AC3E}">
        <p14:creationId xmlns:p14="http://schemas.microsoft.com/office/powerpoint/2010/main" val="506432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1A680-2C90-2300-B449-674A11EE987D}"/>
              </a:ext>
            </a:extLst>
          </p:cNvPr>
          <p:cNvSpPr>
            <a:spLocks noGrp="1"/>
          </p:cNvSpPr>
          <p:nvPr>
            <p:ph type="title"/>
          </p:nvPr>
        </p:nvSpPr>
        <p:spPr>
          <a:xfrm>
            <a:off x="838200" y="365125"/>
            <a:ext cx="4457700" cy="1325563"/>
          </a:xfrm>
        </p:spPr>
        <p:txBody>
          <a:bodyPr>
            <a:normAutofit fontScale="90000"/>
          </a:bodyPr>
          <a:lstStyle/>
          <a:p>
            <a:r>
              <a:rPr lang="en-IN" b="1" dirty="0"/>
              <a:t>1.SYN Flooding Example </a:t>
            </a:r>
          </a:p>
        </p:txBody>
      </p:sp>
      <p:sp>
        <p:nvSpPr>
          <p:cNvPr id="3" name="Content Placeholder 2">
            <a:extLst>
              <a:ext uri="{FF2B5EF4-FFF2-40B4-BE49-F238E27FC236}">
                <a16:creationId xmlns:a16="http://schemas.microsoft.com/office/drawing/2014/main" id="{A8D7B3F5-770E-7BA2-2CDD-2F4E6FBB71AC}"/>
              </a:ext>
            </a:extLst>
          </p:cNvPr>
          <p:cNvSpPr>
            <a:spLocks noGrp="1"/>
          </p:cNvSpPr>
          <p:nvPr>
            <p:ph idx="1"/>
          </p:nvPr>
        </p:nvSpPr>
        <p:spPr>
          <a:xfrm>
            <a:off x="442913" y="2748863"/>
            <a:ext cx="4102100" cy="3865563"/>
          </a:xfrm>
        </p:spPr>
        <p:txBody>
          <a:bodyPr>
            <a:normAutofit/>
          </a:bodyPr>
          <a:lstStyle/>
          <a:p>
            <a:r>
              <a:rPr lang="en-IN" dirty="0"/>
              <a:t>In the example above, the host 192.168.42.88 is a Windows XP machine running an </a:t>
            </a:r>
            <a:r>
              <a:rPr lang="en-IN" dirty="0" err="1"/>
              <a:t>openssh</a:t>
            </a:r>
            <a:r>
              <a:rPr lang="en-IN" dirty="0"/>
              <a:t> server on port 22 . </a:t>
            </a:r>
          </a:p>
          <a:p>
            <a:r>
              <a:rPr lang="en-IN" dirty="0"/>
              <a:t>The </a:t>
            </a:r>
            <a:r>
              <a:rPr lang="en-IN" dirty="0" err="1"/>
              <a:t>tcpdump</a:t>
            </a:r>
            <a:r>
              <a:rPr lang="en-IN" dirty="0"/>
              <a:t> output below shows the spoofed SYN packets flooding the host from apparently random IPs. While the program is running, legitimate connections cannot be made to this port.</a:t>
            </a:r>
          </a:p>
        </p:txBody>
      </p:sp>
      <p:pic>
        <p:nvPicPr>
          <p:cNvPr id="5" name="Picture 4">
            <a:extLst>
              <a:ext uri="{FF2B5EF4-FFF2-40B4-BE49-F238E27FC236}">
                <a16:creationId xmlns:a16="http://schemas.microsoft.com/office/drawing/2014/main" id="{5D5336FA-3D1B-9A2B-8D62-9319261D8FBA}"/>
              </a:ext>
            </a:extLst>
          </p:cNvPr>
          <p:cNvPicPr>
            <a:picLocks noChangeAspect="1"/>
          </p:cNvPicPr>
          <p:nvPr/>
        </p:nvPicPr>
        <p:blipFill>
          <a:blip r:embed="rId2"/>
          <a:stretch>
            <a:fillRect/>
          </a:stretch>
        </p:blipFill>
        <p:spPr>
          <a:xfrm>
            <a:off x="5435599" y="111124"/>
            <a:ext cx="6170597" cy="6746875"/>
          </a:xfrm>
          <a:prstGeom prst="rect">
            <a:avLst/>
          </a:prstGeom>
        </p:spPr>
      </p:pic>
      <p:pic>
        <p:nvPicPr>
          <p:cNvPr id="7" name="Picture 6">
            <a:extLst>
              <a:ext uri="{FF2B5EF4-FFF2-40B4-BE49-F238E27FC236}">
                <a16:creationId xmlns:a16="http://schemas.microsoft.com/office/drawing/2014/main" id="{5A435C9E-2A55-69EA-7C45-450135ECABA1}"/>
              </a:ext>
            </a:extLst>
          </p:cNvPr>
          <p:cNvPicPr>
            <a:picLocks noChangeAspect="1"/>
          </p:cNvPicPr>
          <p:nvPr/>
        </p:nvPicPr>
        <p:blipFill rotWithShape="1">
          <a:blip r:embed="rId3"/>
          <a:srcRect r="18176"/>
          <a:stretch/>
        </p:blipFill>
        <p:spPr>
          <a:xfrm>
            <a:off x="442913" y="1965829"/>
            <a:ext cx="4852987" cy="485668"/>
          </a:xfrm>
          <a:prstGeom prst="rect">
            <a:avLst/>
          </a:prstGeom>
        </p:spPr>
      </p:pic>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95DBFDED-3421-DEE5-519D-BA9F75C576AE}"/>
                  </a:ext>
                </a:extLst>
              </p14:cNvPr>
              <p14:cNvContentPartPr/>
              <p14:nvPr/>
            </p14:nvContentPartPr>
            <p14:xfrm>
              <a:off x="1346040" y="3606660"/>
              <a:ext cx="360" cy="360"/>
            </p14:xfrm>
          </p:contentPart>
        </mc:Choice>
        <mc:Fallback xmlns="">
          <p:pic>
            <p:nvPicPr>
              <p:cNvPr id="10" name="Ink 9">
                <a:extLst>
                  <a:ext uri="{FF2B5EF4-FFF2-40B4-BE49-F238E27FC236}">
                    <a16:creationId xmlns:a16="http://schemas.microsoft.com/office/drawing/2014/main" id="{95DBFDED-3421-DEE5-519D-BA9F75C576AE}"/>
                  </a:ext>
                </a:extLst>
              </p:cNvPr>
              <p:cNvPicPr/>
              <p:nvPr/>
            </p:nvPicPr>
            <p:blipFill>
              <a:blip r:embed="rId5"/>
              <a:stretch>
                <a:fillRect/>
              </a:stretch>
            </p:blipFill>
            <p:spPr>
              <a:xfrm>
                <a:off x="1337040" y="359766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D7323937-5B3F-AA32-4386-F134871B0797}"/>
                  </a:ext>
                </a:extLst>
              </p14:cNvPr>
              <p14:cNvContentPartPr/>
              <p14:nvPr/>
            </p14:nvContentPartPr>
            <p14:xfrm>
              <a:off x="5638680" y="4076460"/>
              <a:ext cx="360" cy="360"/>
            </p14:xfrm>
          </p:contentPart>
        </mc:Choice>
        <mc:Fallback xmlns="">
          <p:pic>
            <p:nvPicPr>
              <p:cNvPr id="11" name="Ink 10">
                <a:extLst>
                  <a:ext uri="{FF2B5EF4-FFF2-40B4-BE49-F238E27FC236}">
                    <a16:creationId xmlns:a16="http://schemas.microsoft.com/office/drawing/2014/main" id="{D7323937-5B3F-AA32-4386-F134871B0797}"/>
                  </a:ext>
                </a:extLst>
              </p:cNvPr>
              <p:cNvPicPr/>
              <p:nvPr/>
            </p:nvPicPr>
            <p:blipFill>
              <a:blip r:embed="rId5"/>
              <a:stretch>
                <a:fillRect/>
              </a:stretch>
            </p:blipFill>
            <p:spPr>
              <a:xfrm>
                <a:off x="5629680" y="406782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91A299D9-7FA3-1B2E-1235-F6C93AE2DF36}"/>
                  </a:ext>
                </a:extLst>
              </p14:cNvPr>
              <p14:cNvContentPartPr/>
              <p14:nvPr/>
            </p14:nvContentPartPr>
            <p14:xfrm>
              <a:off x="8051760" y="3136500"/>
              <a:ext cx="360" cy="360"/>
            </p14:xfrm>
          </p:contentPart>
        </mc:Choice>
        <mc:Fallback xmlns="">
          <p:pic>
            <p:nvPicPr>
              <p:cNvPr id="12" name="Ink 11">
                <a:extLst>
                  <a:ext uri="{FF2B5EF4-FFF2-40B4-BE49-F238E27FC236}">
                    <a16:creationId xmlns:a16="http://schemas.microsoft.com/office/drawing/2014/main" id="{91A299D9-7FA3-1B2E-1235-F6C93AE2DF36}"/>
                  </a:ext>
                </a:extLst>
              </p:cNvPr>
              <p:cNvPicPr/>
              <p:nvPr/>
            </p:nvPicPr>
            <p:blipFill>
              <a:blip r:embed="rId5"/>
              <a:stretch>
                <a:fillRect/>
              </a:stretch>
            </p:blipFill>
            <p:spPr>
              <a:xfrm>
                <a:off x="8042760" y="312786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B6CCED31-9DB7-91C2-D421-FEE959F1782B}"/>
                  </a:ext>
                </a:extLst>
              </p14:cNvPr>
              <p14:cNvContentPartPr/>
              <p14:nvPr/>
            </p14:nvContentPartPr>
            <p14:xfrm>
              <a:off x="9581301" y="3458546"/>
              <a:ext cx="360" cy="360"/>
            </p14:xfrm>
          </p:contentPart>
        </mc:Choice>
        <mc:Fallback xmlns="">
          <p:pic>
            <p:nvPicPr>
              <p:cNvPr id="13" name="Ink 12">
                <a:extLst>
                  <a:ext uri="{FF2B5EF4-FFF2-40B4-BE49-F238E27FC236}">
                    <a16:creationId xmlns:a16="http://schemas.microsoft.com/office/drawing/2014/main" id="{B6CCED31-9DB7-91C2-D421-FEE959F1782B}"/>
                  </a:ext>
                </a:extLst>
              </p:cNvPr>
              <p:cNvPicPr/>
              <p:nvPr/>
            </p:nvPicPr>
            <p:blipFill>
              <a:blip r:embed="rId5"/>
              <a:stretch>
                <a:fillRect/>
              </a:stretch>
            </p:blipFill>
            <p:spPr>
              <a:xfrm>
                <a:off x="9572301" y="344954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54BC13F5-AA78-FF98-03BE-3F9E8A45C7B4}"/>
                  </a:ext>
                </a:extLst>
              </p14:cNvPr>
              <p14:cNvContentPartPr/>
              <p14:nvPr/>
            </p14:nvContentPartPr>
            <p14:xfrm>
              <a:off x="4452381" y="781226"/>
              <a:ext cx="360" cy="360"/>
            </p14:xfrm>
          </p:contentPart>
        </mc:Choice>
        <mc:Fallback xmlns="">
          <p:pic>
            <p:nvPicPr>
              <p:cNvPr id="14" name="Ink 13">
                <a:extLst>
                  <a:ext uri="{FF2B5EF4-FFF2-40B4-BE49-F238E27FC236}">
                    <a16:creationId xmlns:a16="http://schemas.microsoft.com/office/drawing/2014/main" id="{54BC13F5-AA78-FF98-03BE-3F9E8A45C7B4}"/>
                  </a:ext>
                </a:extLst>
              </p:cNvPr>
              <p:cNvPicPr/>
              <p:nvPr/>
            </p:nvPicPr>
            <p:blipFill>
              <a:blip r:embed="rId5"/>
              <a:stretch>
                <a:fillRect/>
              </a:stretch>
            </p:blipFill>
            <p:spPr>
              <a:xfrm>
                <a:off x="4443381" y="77258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 name="Ink 14">
                <a:extLst>
                  <a:ext uri="{FF2B5EF4-FFF2-40B4-BE49-F238E27FC236}">
                    <a16:creationId xmlns:a16="http://schemas.microsoft.com/office/drawing/2014/main" id="{3FB4F353-7D2C-5DB2-10A9-48CBED18FC4F}"/>
                  </a:ext>
                </a:extLst>
              </p14:cNvPr>
              <p14:cNvContentPartPr/>
              <p14:nvPr/>
            </p14:nvContentPartPr>
            <p14:xfrm>
              <a:off x="6718581" y="3909266"/>
              <a:ext cx="360" cy="360"/>
            </p14:xfrm>
          </p:contentPart>
        </mc:Choice>
        <mc:Fallback xmlns="">
          <p:pic>
            <p:nvPicPr>
              <p:cNvPr id="15" name="Ink 14">
                <a:extLst>
                  <a:ext uri="{FF2B5EF4-FFF2-40B4-BE49-F238E27FC236}">
                    <a16:creationId xmlns:a16="http://schemas.microsoft.com/office/drawing/2014/main" id="{3FB4F353-7D2C-5DB2-10A9-48CBED18FC4F}"/>
                  </a:ext>
                </a:extLst>
              </p:cNvPr>
              <p:cNvPicPr/>
              <p:nvPr/>
            </p:nvPicPr>
            <p:blipFill>
              <a:blip r:embed="rId5"/>
              <a:stretch>
                <a:fillRect/>
              </a:stretch>
            </p:blipFill>
            <p:spPr>
              <a:xfrm>
                <a:off x="6709941" y="3900266"/>
                <a:ext cx="18000" cy="18000"/>
              </a:xfrm>
              <a:prstGeom prst="rect">
                <a:avLst/>
              </a:prstGeom>
            </p:spPr>
          </p:pic>
        </mc:Fallback>
      </mc:AlternateContent>
    </p:spTree>
    <p:extLst>
      <p:ext uri="{BB962C8B-B14F-4D97-AF65-F5344CB8AC3E}">
        <p14:creationId xmlns:p14="http://schemas.microsoft.com/office/powerpoint/2010/main" val="2627972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C7C3C-2A47-79D4-ECF7-5263B4E11FC4}"/>
              </a:ext>
            </a:extLst>
          </p:cNvPr>
          <p:cNvSpPr>
            <a:spLocks noGrp="1"/>
          </p:cNvSpPr>
          <p:nvPr>
            <p:ph type="title"/>
          </p:nvPr>
        </p:nvSpPr>
        <p:spPr/>
        <p:txBody>
          <a:bodyPr/>
          <a:lstStyle/>
          <a:p>
            <a:r>
              <a:rPr lang="en-IN" b="1" dirty="0">
                <a:solidFill>
                  <a:srgbClr val="222222"/>
                </a:solidFill>
              </a:rPr>
              <a:t>2.P</a:t>
            </a:r>
            <a:r>
              <a:rPr lang="en-IN" b="1" i="0" dirty="0">
                <a:solidFill>
                  <a:srgbClr val="222222"/>
                </a:solidFill>
                <a:effectLst/>
              </a:rPr>
              <a:t>ing of death attack</a:t>
            </a:r>
            <a:br>
              <a:rPr lang="en-IN" b="1" i="0" dirty="0">
                <a:solidFill>
                  <a:srgbClr val="222222"/>
                </a:solidFill>
                <a:effectLst/>
              </a:rPr>
            </a:br>
            <a:endParaRPr lang="en-IN" dirty="0"/>
          </a:p>
        </p:txBody>
      </p:sp>
      <p:sp>
        <p:nvSpPr>
          <p:cNvPr id="3" name="Content Placeholder 2">
            <a:extLst>
              <a:ext uri="{FF2B5EF4-FFF2-40B4-BE49-F238E27FC236}">
                <a16:creationId xmlns:a16="http://schemas.microsoft.com/office/drawing/2014/main" id="{8E85F6B7-E8A9-5066-EBED-5C5C9DE4D4F0}"/>
              </a:ext>
            </a:extLst>
          </p:cNvPr>
          <p:cNvSpPr>
            <a:spLocks noGrp="1"/>
          </p:cNvSpPr>
          <p:nvPr>
            <p:ph idx="1"/>
          </p:nvPr>
        </p:nvSpPr>
        <p:spPr/>
        <p:txBody>
          <a:bodyPr>
            <a:normAutofit/>
          </a:bodyPr>
          <a:lstStyle/>
          <a:p>
            <a:pPr>
              <a:buFont typeface="Arial" panose="020B0604020202020204" pitchFamily="34" charset="0"/>
              <a:buChar char="•"/>
            </a:pPr>
            <a:r>
              <a:rPr lang="en-IN" sz="2400" b="0" i="0" dirty="0">
                <a:solidFill>
                  <a:schemeClr val="tx1"/>
                </a:solidFill>
                <a:effectLst/>
              </a:rPr>
              <a:t>Ping of Death  is a type of </a:t>
            </a:r>
            <a:r>
              <a:rPr lang="en-IN" sz="2400" b="0" i="0" u="none" strike="noStrike" dirty="0">
                <a:solidFill>
                  <a:schemeClr val="tx1"/>
                </a:solidFill>
                <a:effectLst/>
              </a:rPr>
              <a:t>Denial of Service</a:t>
            </a:r>
            <a:r>
              <a:rPr lang="en-IN" sz="2400" b="0" i="0" dirty="0">
                <a:solidFill>
                  <a:schemeClr val="tx1"/>
                </a:solidFill>
                <a:effectLst/>
              </a:rPr>
              <a:t> (</a:t>
            </a:r>
            <a:r>
              <a:rPr lang="en-IN" sz="2400" b="0" i="0" u="none" strike="noStrike" dirty="0">
                <a:solidFill>
                  <a:schemeClr val="tx1"/>
                </a:solidFill>
                <a:effectLst/>
              </a:rPr>
              <a:t>DoS</a:t>
            </a:r>
            <a:r>
              <a:rPr lang="en-IN" sz="2400" b="0" i="0" dirty="0">
                <a:solidFill>
                  <a:schemeClr val="tx1"/>
                </a:solidFill>
                <a:effectLst/>
              </a:rPr>
              <a:t>) attack in which an attacker attempts to crash, destabilize, or freeze the targeted computer or service by sending malformed or oversized packets using a simple ping command.</a:t>
            </a:r>
          </a:p>
          <a:p>
            <a:pPr>
              <a:buFont typeface="Arial" panose="020B0604020202020204" pitchFamily="34" charset="0"/>
              <a:buChar char="•"/>
            </a:pPr>
            <a:r>
              <a:rPr lang="en-IN" sz="2400" b="0" i="0" dirty="0">
                <a:solidFill>
                  <a:schemeClr val="tx1"/>
                </a:solidFill>
                <a:effectLst/>
              </a:rPr>
              <a:t> Many historical </a:t>
            </a:r>
            <a:r>
              <a:rPr lang="en-IN" sz="2400" b="0" i="0" u="none" strike="noStrike" dirty="0">
                <a:solidFill>
                  <a:schemeClr val="tx1"/>
                </a:solidFill>
                <a:effectLst/>
              </a:rPr>
              <a:t>computer systems simply could not handle larger packets</a:t>
            </a:r>
            <a:r>
              <a:rPr lang="en-IN" sz="2400" b="0" i="0" dirty="0">
                <a:solidFill>
                  <a:schemeClr val="tx1"/>
                </a:solidFill>
                <a:effectLst/>
              </a:rPr>
              <a:t>, and would crash if they received one.</a:t>
            </a:r>
          </a:p>
          <a:p>
            <a:pPr>
              <a:buFont typeface="Arial" panose="020B0604020202020204" pitchFamily="34" charset="0"/>
              <a:buChar char="•"/>
            </a:pPr>
            <a:r>
              <a:rPr lang="en-IN" sz="2400" b="0" i="0" dirty="0">
                <a:solidFill>
                  <a:schemeClr val="tx1"/>
                </a:solidFill>
                <a:effectLst/>
              </a:rPr>
              <a:t> This bug was easily exploited in early TCP/IP implementations in a wide range of operating systems including Windows, Mac, Unix, Linux, as well as network devices like printers and routers.</a:t>
            </a:r>
          </a:p>
          <a:p>
            <a:pPr>
              <a:buFont typeface="Arial" panose="020B0604020202020204" pitchFamily="34" charset="0"/>
              <a:buChar char="•"/>
            </a:pPr>
            <a:endParaRPr lang="en-IN" dirty="0">
              <a:solidFill>
                <a:schemeClr val="tx1"/>
              </a:solidFill>
            </a:endParaRP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4048D06B-8569-23A3-1AD1-226153E2244C}"/>
                  </a:ext>
                </a:extLst>
              </p14:cNvPr>
              <p14:cNvContentPartPr/>
              <p14:nvPr/>
            </p14:nvContentPartPr>
            <p14:xfrm>
              <a:off x="2835261" y="3723506"/>
              <a:ext cx="360" cy="360"/>
            </p14:xfrm>
          </p:contentPart>
        </mc:Choice>
        <mc:Fallback xmlns="">
          <p:pic>
            <p:nvPicPr>
              <p:cNvPr id="6" name="Ink 5">
                <a:extLst>
                  <a:ext uri="{FF2B5EF4-FFF2-40B4-BE49-F238E27FC236}">
                    <a16:creationId xmlns:a16="http://schemas.microsoft.com/office/drawing/2014/main" id="{4048D06B-8569-23A3-1AD1-226153E2244C}"/>
                  </a:ext>
                </a:extLst>
              </p:cNvPr>
              <p:cNvPicPr/>
              <p:nvPr/>
            </p:nvPicPr>
            <p:blipFill>
              <a:blip r:embed="rId6"/>
              <a:stretch>
                <a:fillRect/>
              </a:stretch>
            </p:blipFill>
            <p:spPr>
              <a:xfrm>
                <a:off x="2826621" y="3714506"/>
                <a:ext cx="18000" cy="18000"/>
              </a:xfrm>
              <a:prstGeom prst="rect">
                <a:avLst/>
              </a:prstGeom>
            </p:spPr>
          </p:pic>
        </mc:Fallback>
      </mc:AlternateContent>
    </p:spTree>
    <p:extLst>
      <p:ext uri="{BB962C8B-B14F-4D97-AF65-F5344CB8AC3E}">
        <p14:creationId xmlns:p14="http://schemas.microsoft.com/office/powerpoint/2010/main" val="37446622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720EA-C289-9860-5A00-21FB12C87D08}"/>
              </a:ext>
            </a:extLst>
          </p:cNvPr>
          <p:cNvSpPr>
            <a:spLocks noGrp="1"/>
          </p:cNvSpPr>
          <p:nvPr>
            <p:ph type="title"/>
          </p:nvPr>
        </p:nvSpPr>
        <p:spPr/>
        <p:txBody>
          <a:bodyPr/>
          <a:lstStyle/>
          <a:p>
            <a:r>
              <a:rPr lang="en-IN" b="1" dirty="0">
                <a:solidFill>
                  <a:srgbClr val="222222"/>
                </a:solidFill>
                <a:latin typeface="+mn-lt"/>
              </a:rPr>
              <a:t>2.P</a:t>
            </a:r>
            <a:r>
              <a:rPr lang="en-IN" b="1" i="0" dirty="0">
                <a:solidFill>
                  <a:srgbClr val="222222"/>
                </a:solidFill>
                <a:effectLst/>
                <a:latin typeface="+mn-lt"/>
              </a:rPr>
              <a:t>ing of death attack -working</a:t>
            </a:r>
            <a:endParaRPr lang="en-IN" dirty="0">
              <a:latin typeface="+mn-lt"/>
            </a:endParaRPr>
          </a:p>
        </p:txBody>
      </p:sp>
      <p:sp>
        <p:nvSpPr>
          <p:cNvPr id="6" name="TextBox 5">
            <a:extLst>
              <a:ext uri="{FF2B5EF4-FFF2-40B4-BE49-F238E27FC236}">
                <a16:creationId xmlns:a16="http://schemas.microsoft.com/office/drawing/2014/main" id="{C9D3F624-A694-56FE-1986-4BFA22D62FB0}"/>
              </a:ext>
            </a:extLst>
          </p:cNvPr>
          <p:cNvSpPr txBox="1"/>
          <p:nvPr/>
        </p:nvSpPr>
        <p:spPr>
          <a:xfrm>
            <a:off x="647700" y="1583829"/>
            <a:ext cx="4692926" cy="3139321"/>
          </a:xfrm>
          <a:prstGeom prst="rect">
            <a:avLst/>
          </a:prstGeom>
          <a:noFill/>
        </p:spPr>
        <p:txBody>
          <a:bodyPr wrap="square">
            <a:spAutoFit/>
          </a:bodyPr>
          <a:lstStyle/>
          <a:p>
            <a:endParaRPr lang="en-IN" dirty="0">
              <a:solidFill>
                <a:srgbClr val="222222"/>
              </a:solidFill>
              <a:latin typeface="-apple-system"/>
            </a:endParaRPr>
          </a:p>
          <a:p>
            <a:pPr marL="285750" indent="-285750" algn="l">
              <a:buFont typeface="Arial" panose="020B0604020202020204" pitchFamily="34" charset="0"/>
              <a:buChar char="•"/>
            </a:pPr>
            <a:r>
              <a:rPr lang="en-IN" dirty="0">
                <a:solidFill>
                  <a:srgbClr val="222222"/>
                </a:solidFill>
                <a:latin typeface="-apple-system"/>
              </a:rPr>
              <a:t>M</a:t>
            </a:r>
            <a:r>
              <a:rPr lang="en-IN" b="0" i="0" dirty="0">
                <a:solidFill>
                  <a:srgbClr val="222222"/>
                </a:solidFill>
                <a:effectLst/>
                <a:latin typeface="-apple-system"/>
              </a:rPr>
              <a:t>aliciously large packet is transmitted from the attacker to the target</a:t>
            </a:r>
          </a:p>
          <a:p>
            <a:pPr marL="285750" indent="-285750" algn="l">
              <a:buFont typeface="Arial" panose="020B0604020202020204" pitchFamily="34" charset="0"/>
              <a:buChar char="•"/>
            </a:pPr>
            <a:r>
              <a:rPr lang="en-IN" b="0" i="0" u="none" strike="noStrike" dirty="0">
                <a:solidFill>
                  <a:srgbClr val="285AE6"/>
                </a:solidFill>
                <a:effectLst/>
                <a:latin typeface="Inter"/>
                <a:hlinkClick r:id="rId2"/>
              </a:rPr>
              <a:t>Attackers</a:t>
            </a:r>
            <a:r>
              <a:rPr lang="en-IN" b="0" i="0" dirty="0">
                <a:solidFill>
                  <a:srgbClr val="000000"/>
                </a:solidFill>
                <a:effectLst/>
                <a:latin typeface="Inter"/>
              </a:rPr>
              <a:t> would generally send malformed packets in fragments. </a:t>
            </a:r>
          </a:p>
          <a:p>
            <a:pPr marL="285750" indent="-285750" algn="l">
              <a:buFont typeface="Arial" panose="020B0604020202020204" pitchFamily="34" charset="0"/>
              <a:buChar char="•"/>
            </a:pPr>
            <a:r>
              <a:rPr lang="en-IN" b="0" i="0" dirty="0">
                <a:solidFill>
                  <a:srgbClr val="000000"/>
                </a:solidFill>
                <a:effectLst/>
                <a:latin typeface="Inter"/>
              </a:rPr>
              <a:t>When the target system attempts to reassemble the fragments and ends up with an oversized packet, memory overflow could occur and lead to various system problems including crash</a:t>
            </a:r>
            <a:r>
              <a:rPr lang="en-IN" b="0" i="0" dirty="0">
                <a:solidFill>
                  <a:srgbClr val="222222"/>
                </a:solidFill>
                <a:effectLst/>
                <a:latin typeface="-apple-system"/>
              </a:rPr>
              <a:t>.</a:t>
            </a:r>
          </a:p>
          <a:p>
            <a:endParaRPr lang="en-IN" dirty="0"/>
          </a:p>
        </p:txBody>
      </p:sp>
      <p:pic>
        <p:nvPicPr>
          <p:cNvPr id="1026" name="Picture 2" descr="👉What is Ping of Death and methods of mitigation">
            <a:extLst>
              <a:ext uri="{FF2B5EF4-FFF2-40B4-BE49-F238E27FC236}">
                <a16:creationId xmlns:a16="http://schemas.microsoft.com/office/drawing/2014/main" id="{F9682E24-B8C7-B10A-1AB7-FBEFCFE29D1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17" t="23379" r="5269"/>
          <a:stretch/>
        </p:blipFill>
        <p:spPr bwMode="auto">
          <a:xfrm>
            <a:off x="5526157" y="1940132"/>
            <a:ext cx="6665843" cy="333403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F90C062E-2A41-9FC7-EC2F-AA562636F24E}"/>
              </a:ext>
            </a:extLst>
          </p:cNvPr>
          <p:cNvSpPr txBox="1"/>
          <p:nvPr/>
        </p:nvSpPr>
        <p:spPr>
          <a:xfrm>
            <a:off x="647699" y="5523615"/>
            <a:ext cx="11000961" cy="646331"/>
          </a:xfrm>
          <a:prstGeom prst="rect">
            <a:avLst/>
          </a:prstGeom>
          <a:noFill/>
        </p:spPr>
        <p:txBody>
          <a:bodyPr wrap="square">
            <a:spAutoFit/>
          </a:bodyPr>
          <a:lstStyle/>
          <a:p>
            <a:r>
              <a:rPr lang="en-IN" b="0" i="0" dirty="0">
                <a:solidFill>
                  <a:srgbClr val="222222"/>
                </a:solidFill>
                <a:effectLst/>
                <a:latin typeface="-apple-system"/>
              </a:rPr>
              <a:t>The original ping of death attack is less common today. A related attack known as an </a:t>
            </a:r>
            <a:r>
              <a:rPr lang="en-IN" b="0" i="0" u="none" strike="noStrike" dirty="0">
                <a:solidFill>
                  <a:srgbClr val="0051C3"/>
                </a:solidFill>
                <a:effectLst/>
                <a:latin typeface="-apple-system"/>
                <a:hlinkClick r:id="rId4"/>
              </a:rPr>
              <a:t>ICMP flood attack</a:t>
            </a:r>
            <a:r>
              <a:rPr lang="en-IN" b="0" i="0" dirty="0">
                <a:solidFill>
                  <a:srgbClr val="222222"/>
                </a:solidFill>
                <a:effectLst/>
                <a:latin typeface="-apple-system"/>
              </a:rPr>
              <a:t> is more prevalent.</a:t>
            </a:r>
          </a:p>
        </p:txBody>
      </p:sp>
    </p:spTree>
    <p:extLst>
      <p:ext uri="{BB962C8B-B14F-4D97-AF65-F5344CB8AC3E}">
        <p14:creationId xmlns:p14="http://schemas.microsoft.com/office/powerpoint/2010/main" val="21254050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35804-B3F8-AE2E-954C-F9F0397ADC1E}"/>
              </a:ext>
            </a:extLst>
          </p:cNvPr>
          <p:cNvSpPr>
            <a:spLocks noGrp="1"/>
          </p:cNvSpPr>
          <p:nvPr>
            <p:ph type="title"/>
          </p:nvPr>
        </p:nvSpPr>
        <p:spPr/>
        <p:txBody>
          <a:bodyPr/>
          <a:lstStyle/>
          <a:p>
            <a:r>
              <a:rPr lang="en-IN" b="1" dirty="0">
                <a:solidFill>
                  <a:srgbClr val="222222"/>
                </a:solidFill>
                <a:latin typeface="-apple-system"/>
              </a:rPr>
              <a:t>2.P</a:t>
            </a:r>
            <a:r>
              <a:rPr lang="en-IN" b="1" i="0" dirty="0">
                <a:solidFill>
                  <a:srgbClr val="222222"/>
                </a:solidFill>
                <a:effectLst/>
                <a:latin typeface="-apple-system"/>
              </a:rPr>
              <a:t>ing of death attack – Example</a:t>
            </a:r>
            <a:endParaRPr lang="en-IN" dirty="0"/>
          </a:p>
        </p:txBody>
      </p:sp>
      <p:pic>
        <p:nvPicPr>
          <p:cNvPr id="184" name="Content Placeholder 183">
            <a:extLst>
              <a:ext uri="{FF2B5EF4-FFF2-40B4-BE49-F238E27FC236}">
                <a16:creationId xmlns:a16="http://schemas.microsoft.com/office/drawing/2014/main" id="{6D47F559-327F-10B2-E975-32EA37E59E8C}"/>
              </a:ext>
            </a:extLst>
          </p:cNvPr>
          <p:cNvPicPr>
            <a:picLocks noGrp="1" noChangeAspect="1"/>
          </p:cNvPicPr>
          <p:nvPr>
            <p:ph idx="1"/>
          </p:nvPr>
        </p:nvPicPr>
        <p:blipFill>
          <a:blip r:embed="rId2"/>
          <a:stretch>
            <a:fillRect/>
          </a:stretch>
        </p:blipFill>
        <p:spPr>
          <a:xfrm>
            <a:off x="4403751" y="1590261"/>
            <a:ext cx="7862857" cy="4134678"/>
          </a:xfrm>
        </p:spPr>
      </p:pic>
      <p:sp>
        <p:nvSpPr>
          <p:cNvPr id="186" name="TextBox 185">
            <a:extLst>
              <a:ext uri="{FF2B5EF4-FFF2-40B4-BE49-F238E27FC236}">
                <a16:creationId xmlns:a16="http://schemas.microsoft.com/office/drawing/2014/main" id="{15118B57-7AA8-D097-EF3A-592117845212}"/>
              </a:ext>
            </a:extLst>
          </p:cNvPr>
          <p:cNvSpPr txBox="1"/>
          <p:nvPr/>
        </p:nvSpPr>
        <p:spPr>
          <a:xfrm>
            <a:off x="376858" y="2566904"/>
            <a:ext cx="3856383" cy="2308324"/>
          </a:xfrm>
          <a:prstGeom prst="rect">
            <a:avLst/>
          </a:prstGeom>
          <a:noFill/>
        </p:spPr>
        <p:txBody>
          <a:bodyPr wrap="square">
            <a:spAutoFit/>
          </a:bodyPr>
          <a:lstStyle/>
          <a:p>
            <a:r>
              <a:rPr lang="en-IN" dirty="0"/>
              <a:t>• “ping” command transfer the data packets to the target </a:t>
            </a:r>
          </a:p>
          <a:p>
            <a:r>
              <a:rPr lang="en-IN" dirty="0"/>
              <a:t>• “XX.XX.XX.XX” is the IP address of the target</a:t>
            </a:r>
          </a:p>
          <a:p>
            <a:r>
              <a:rPr lang="en-IN" dirty="0"/>
              <a:t> • “−t” means sending packets repeatedly</a:t>
            </a:r>
          </a:p>
          <a:p>
            <a:r>
              <a:rPr lang="en-IN" dirty="0"/>
              <a:t> • “−l” specifies the data packet load to be sent to the target.</a:t>
            </a:r>
          </a:p>
        </p:txBody>
      </p:sp>
      <p:pic>
        <p:nvPicPr>
          <p:cNvPr id="188" name="Picture 187">
            <a:extLst>
              <a:ext uri="{FF2B5EF4-FFF2-40B4-BE49-F238E27FC236}">
                <a16:creationId xmlns:a16="http://schemas.microsoft.com/office/drawing/2014/main" id="{50ACA8DC-9D61-E6FF-33F1-30FD3C80B400}"/>
              </a:ext>
            </a:extLst>
          </p:cNvPr>
          <p:cNvPicPr>
            <a:picLocks noChangeAspect="1"/>
          </p:cNvPicPr>
          <p:nvPr/>
        </p:nvPicPr>
        <p:blipFill>
          <a:blip r:embed="rId3"/>
          <a:stretch>
            <a:fillRect/>
          </a:stretch>
        </p:blipFill>
        <p:spPr>
          <a:xfrm>
            <a:off x="376858" y="1832693"/>
            <a:ext cx="3390900" cy="581025"/>
          </a:xfrm>
          <a:prstGeom prst="rect">
            <a:avLst/>
          </a:prstGeom>
        </p:spPr>
      </p:pic>
    </p:spTree>
    <p:extLst>
      <p:ext uri="{BB962C8B-B14F-4D97-AF65-F5344CB8AC3E}">
        <p14:creationId xmlns:p14="http://schemas.microsoft.com/office/powerpoint/2010/main" val="15320439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B562C-E2D7-4D52-B863-F05FAD727384}"/>
              </a:ext>
            </a:extLst>
          </p:cNvPr>
          <p:cNvSpPr>
            <a:spLocks noGrp="1"/>
          </p:cNvSpPr>
          <p:nvPr>
            <p:ph type="title"/>
          </p:nvPr>
        </p:nvSpPr>
        <p:spPr>
          <a:xfrm>
            <a:off x="538276" y="536515"/>
            <a:ext cx="10529515" cy="732190"/>
          </a:xfrm>
        </p:spPr>
        <p:txBody>
          <a:bodyPr/>
          <a:lstStyle/>
          <a:p>
            <a:r>
              <a:rPr lang="en-IN" b="1" dirty="0"/>
              <a:t>3.Ping Flooding</a:t>
            </a:r>
          </a:p>
        </p:txBody>
      </p:sp>
      <p:sp>
        <p:nvSpPr>
          <p:cNvPr id="3" name="Content Placeholder 2">
            <a:extLst>
              <a:ext uri="{FF2B5EF4-FFF2-40B4-BE49-F238E27FC236}">
                <a16:creationId xmlns:a16="http://schemas.microsoft.com/office/drawing/2014/main" id="{4157A232-7344-BDC4-ACFD-FD7862F53101}"/>
              </a:ext>
            </a:extLst>
          </p:cNvPr>
          <p:cNvSpPr>
            <a:spLocks noGrp="1"/>
          </p:cNvSpPr>
          <p:nvPr>
            <p:ph idx="1"/>
          </p:nvPr>
        </p:nvSpPr>
        <p:spPr>
          <a:xfrm>
            <a:off x="626165" y="1464365"/>
            <a:ext cx="5469835" cy="4351338"/>
          </a:xfrm>
        </p:spPr>
        <p:txBody>
          <a:bodyPr>
            <a:normAutofit/>
          </a:bodyPr>
          <a:lstStyle/>
          <a:p>
            <a:pPr>
              <a:buFont typeface="Arial" panose="020B0604020202020204" pitchFamily="34" charset="0"/>
              <a:buChar char="•"/>
            </a:pPr>
            <a:r>
              <a:rPr lang="en-IN" dirty="0"/>
              <a:t>Flooding DoS attacks don’t try to necessarily crash a service or resource, but instead try to overload it so it can’t respond</a:t>
            </a:r>
          </a:p>
          <a:p>
            <a:pPr>
              <a:buFont typeface="Arial" panose="020B0604020202020204" pitchFamily="34" charset="0"/>
              <a:buChar char="•"/>
            </a:pPr>
            <a:r>
              <a:rPr lang="en-IN" dirty="0"/>
              <a:t>The simplest form of flooding is just a ping flood. The goal is to use up the victim’s bandwidth so that legitimate traffic can’t get through.</a:t>
            </a:r>
          </a:p>
          <a:p>
            <a:pPr>
              <a:buFont typeface="Arial" panose="020B0604020202020204" pitchFamily="34" charset="0"/>
              <a:buChar char="•"/>
            </a:pPr>
            <a:r>
              <a:rPr lang="en-IN" dirty="0"/>
              <a:t> The attacker sends many large ping packets to the victim, which eat away at the bandwidth </a:t>
            </a:r>
            <a:r>
              <a:rPr lang="en-IN" b="0" i="0" dirty="0">
                <a:solidFill>
                  <a:srgbClr val="222222"/>
                </a:solidFill>
                <a:effectLst/>
                <a:latin typeface="-apple-system"/>
              </a:rPr>
              <a:t>The damaging effect of a Ping Flood is directly proportional to the number of requests made to the targeted server </a:t>
            </a:r>
            <a:r>
              <a:rPr lang="en-IN" dirty="0"/>
              <a:t>of the victim’s network connection.</a:t>
            </a:r>
          </a:p>
        </p:txBody>
      </p:sp>
      <p:pic>
        <p:nvPicPr>
          <p:cNvPr id="5" name="Picture 4">
            <a:extLst>
              <a:ext uri="{FF2B5EF4-FFF2-40B4-BE49-F238E27FC236}">
                <a16:creationId xmlns:a16="http://schemas.microsoft.com/office/drawing/2014/main" id="{F6701CCE-45DD-B758-914A-491221817802}"/>
              </a:ext>
            </a:extLst>
          </p:cNvPr>
          <p:cNvPicPr>
            <a:picLocks noChangeAspect="1"/>
          </p:cNvPicPr>
          <p:nvPr/>
        </p:nvPicPr>
        <p:blipFill>
          <a:blip r:embed="rId2"/>
          <a:stretch>
            <a:fillRect/>
          </a:stretch>
        </p:blipFill>
        <p:spPr>
          <a:xfrm>
            <a:off x="6176932" y="1333925"/>
            <a:ext cx="5736772" cy="3829857"/>
          </a:xfrm>
          <a:prstGeom prst="rect">
            <a:avLst/>
          </a:prstGeom>
        </p:spPr>
      </p:pic>
      <p:sp>
        <p:nvSpPr>
          <p:cNvPr id="9" name="TextBox 8">
            <a:extLst>
              <a:ext uri="{FF2B5EF4-FFF2-40B4-BE49-F238E27FC236}">
                <a16:creationId xmlns:a16="http://schemas.microsoft.com/office/drawing/2014/main" id="{159325F6-ACFB-64FA-1BD1-D795E1C94CD7}"/>
              </a:ext>
            </a:extLst>
          </p:cNvPr>
          <p:cNvSpPr txBox="1"/>
          <p:nvPr/>
        </p:nvSpPr>
        <p:spPr>
          <a:xfrm>
            <a:off x="6096000" y="5229002"/>
            <a:ext cx="6096000" cy="646331"/>
          </a:xfrm>
          <a:prstGeom prst="rect">
            <a:avLst/>
          </a:prstGeom>
          <a:noFill/>
        </p:spPr>
        <p:txBody>
          <a:bodyPr wrap="square">
            <a:spAutoFit/>
          </a:bodyPr>
          <a:lstStyle/>
          <a:p>
            <a:r>
              <a:rPr lang="en-IN" b="0" i="0" dirty="0">
                <a:solidFill>
                  <a:srgbClr val="222222"/>
                </a:solidFill>
                <a:effectLst/>
                <a:latin typeface="-apple-system"/>
              </a:rPr>
              <a:t>The damaging effect of a Ping Flood is directly proportional to the number of requests made to the targeted server</a:t>
            </a:r>
            <a:endParaRPr lang="en-IN" dirty="0"/>
          </a:p>
        </p:txBody>
      </p:sp>
    </p:spTree>
    <p:extLst>
      <p:ext uri="{BB962C8B-B14F-4D97-AF65-F5344CB8AC3E}">
        <p14:creationId xmlns:p14="http://schemas.microsoft.com/office/powerpoint/2010/main" val="13059889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C2192-F320-812E-1346-B2BA20335F5F}"/>
              </a:ext>
            </a:extLst>
          </p:cNvPr>
          <p:cNvSpPr>
            <a:spLocks noGrp="1"/>
          </p:cNvSpPr>
          <p:nvPr>
            <p:ph type="title"/>
          </p:nvPr>
        </p:nvSpPr>
        <p:spPr>
          <a:xfrm>
            <a:off x="649357" y="501446"/>
            <a:ext cx="10506323" cy="875969"/>
          </a:xfrm>
        </p:spPr>
        <p:txBody>
          <a:bodyPr/>
          <a:lstStyle/>
          <a:p>
            <a:r>
              <a:rPr lang="en-IN" b="1" dirty="0"/>
              <a:t>4.Amplification Attacks</a:t>
            </a:r>
          </a:p>
        </p:txBody>
      </p:sp>
      <p:pic>
        <p:nvPicPr>
          <p:cNvPr id="5" name="Content Placeholder 4">
            <a:extLst>
              <a:ext uri="{FF2B5EF4-FFF2-40B4-BE49-F238E27FC236}">
                <a16:creationId xmlns:a16="http://schemas.microsoft.com/office/drawing/2014/main" id="{6D6F587A-E18D-E3BB-0A5C-F11B7F8FB8A3}"/>
              </a:ext>
            </a:extLst>
          </p:cNvPr>
          <p:cNvPicPr>
            <a:picLocks noGrp="1" noChangeAspect="1"/>
          </p:cNvPicPr>
          <p:nvPr>
            <p:ph idx="1"/>
          </p:nvPr>
        </p:nvPicPr>
        <p:blipFill rotWithShape="1">
          <a:blip r:embed="rId2"/>
          <a:srcRect l="3586" t="7419" r="2148" b="3619"/>
          <a:stretch/>
        </p:blipFill>
        <p:spPr>
          <a:xfrm>
            <a:off x="5605671" y="1377415"/>
            <a:ext cx="6387548" cy="3277671"/>
          </a:xfrm>
        </p:spPr>
      </p:pic>
      <p:sp>
        <p:nvSpPr>
          <p:cNvPr id="7" name="TextBox 6">
            <a:extLst>
              <a:ext uri="{FF2B5EF4-FFF2-40B4-BE49-F238E27FC236}">
                <a16:creationId xmlns:a16="http://schemas.microsoft.com/office/drawing/2014/main" id="{9795894F-3537-B7F4-F2DD-D43EFB3D41C0}"/>
              </a:ext>
            </a:extLst>
          </p:cNvPr>
          <p:cNvSpPr txBox="1"/>
          <p:nvPr/>
        </p:nvSpPr>
        <p:spPr>
          <a:xfrm>
            <a:off x="291548" y="1690688"/>
            <a:ext cx="5115340" cy="3139321"/>
          </a:xfrm>
          <a:prstGeom prst="rect">
            <a:avLst/>
          </a:prstGeom>
          <a:noFill/>
        </p:spPr>
        <p:txBody>
          <a:bodyPr wrap="square">
            <a:spAutoFit/>
          </a:bodyPr>
          <a:lstStyle/>
          <a:p>
            <a:pPr marL="285750" indent="-285750">
              <a:buFont typeface="Arial" panose="020B0604020202020204" pitchFamily="34" charset="0"/>
              <a:buChar char="•"/>
            </a:pPr>
            <a:r>
              <a:rPr lang="en-IN" dirty="0"/>
              <a:t>It is clever ways to perform a ping flood without using massive amounts of bandwidth.</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An amplification attack uses spoofing and broadcast addressing to amplify a single stream of packets by a hundred-fold</a:t>
            </a:r>
          </a:p>
          <a:p>
            <a:pPr marL="285750" indent="-285750">
              <a:buFont typeface="Arial" panose="020B0604020202020204" pitchFamily="34" charset="0"/>
              <a:buChar char="•"/>
            </a:pPr>
            <a:r>
              <a:rPr lang="en-IN" dirty="0"/>
              <a:t>If this attack is  done with ICMP packets then it is called Smurf Attack </a:t>
            </a:r>
          </a:p>
          <a:p>
            <a:pPr marL="285750" indent="-285750">
              <a:buFont typeface="Arial" panose="020B0604020202020204" pitchFamily="34" charset="0"/>
              <a:buChar char="•"/>
            </a:pPr>
            <a:r>
              <a:rPr lang="en-IN" dirty="0"/>
              <a:t>Amplification can also be done using UDP echo packets then it is called Fraggle attacks</a:t>
            </a:r>
          </a:p>
          <a:p>
            <a:pPr marL="285750" indent="-285750">
              <a:buFont typeface="Arial" panose="020B0604020202020204" pitchFamily="34" charset="0"/>
              <a:buChar char="•"/>
            </a:pPr>
            <a:endParaRPr lang="en-IN" dirty="0"/>
          </a:p>
        </p:txBody>
      </p:sp>
      <p:sp>
        <p:nvSpPr>
          <p:cNvPr id="9" name="TextBox 8">
            <a:extLst>
              <a:ext uri="{FF2B5EF4-FFF2-40B4-BE49-F238E27FC236}">
                <a16:creationId xmlns:a16="http://schemas.microsoft.com/office/drawing/2014/main" id="{1A88706C-8568-311F-55F2-875CB3B26003}"/>
              </a:ext>
            </a:extLst>
          </p:cNvPr>
          <p:cNvSpPr txBox="1"/>
          <p:nvPr/>
        </p:nvSpPr>
        <p:spPr>
          <a:xfrm>
            <a:off x="384315" y="4880420"/>
            <a:ext cx="11608904" cy="1200329"/>
          </a:xfrm>
          <a:prstGeom prst="rect">
            <a:avLst/>
          </a:prstGeom>
          <a:noFill/>
        </p:spPr>
        <p:txBody>
          <a:bodyPr wrap="square">
            <a:spAutoFit/>
          </a:bodyPr>
          <a:lstStyle/>
          <a:p>
            <a:r>
              <a:rPr lang="en-IN" sz="1800" b="1" dirty="0">
                <a:latin typeface="-apple-system"/>
              </a:rPr>
              <a:t>“This type of DDoS attack can be thought of metaphorically as a Prankster pretending to be company’s CEO  and</a:t>
            </a:r>
          </a:p>
          <a:p>
            <a:r>
              <a:rPr lang="en-IN" sz="1800" b="1" dirty="0">
                <a:latin typeface="-apple-system"/>
              </a:rPr>
              <a:t> calling an office manager asking him to tell each employee to call the executive back on his private number and </a:t>
            </a:r>
          </a:p>
          <a:p>
            <a:r>
              <a:rPr lang="en-IN" sz="1800" b="1" dirty="0">
                <a:latin typeface="-apple-system"/>
              </a:rPr>
              <a:t>give him an update on how they’re doing. The prankster gives the call back number of a targeted victim, </a:t>
            </a:r>
          </a:p>
          <a:p>
            <a:r>
              <a:rPr lang="en-IN" sz="1800" b="1" dirty="0">
                <a:latin typeface="-apple-system"/>
              </a:rPr>
              <a:t>who then receives as many unwanted phone calls as there are people in the office”</a:t>
            </a:r>
            <a:endParaRPr lang="en-IN" sz="1800" b="1" dirty="0"/>
          </a:p>
        </p:txBody>
      </p:sp>
    </p:spTree>
    <p:extLst>
      <p:ext uri="{BB962C8B-B14F-4D97-AF65-F5344CB8AC3E}">
        <p14:creationId xmlns:p14="http://schemas.microsoft.com/office/powerpoint/2010/main" val="26077903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7D6E7-482A-AB89-EB32-12CB5EBEB1C5}"/>
              </a:ext>
            </a:extLst>
          </p:cNvPr>
          <p:cNvSpPr>
            <a:spLocks noGrp="1"/>
          </p:cNvSpPr>
          <p:nvPr>
            <p:ph type="title"/>
          </p:nvPr>
        </p:nvSpPr>
        <p:spPr/>
        <p:txBody>
          <a:bodyPr/>
          <a:lstStyle/>
          <a:p>
            <a:r>
              <a:rPr lang="en-IN" b="1" dirty="0"/>
              <a:t>4.Smurf Attack (Amplification Attack)</a:t>
            </a:r>
          </a:p>
        </p:txBody>
      </p:sp>
      <p:sp>
        <p:nvSpPr>
          <p:cNvPr id="3" name="Content Placeholder 2">
            <a:extLst>
              <a:ext uri="{FF2B5EF4-FFF2-40B4-BE49-F238E27FC236}">
                <a16:creationId xmlns:a16="http://schemas.microsoft.com/office/drawing/2014/main" id="{6645C6C7-64F7-F261-11D6-E281C92FFD00}"/>
              </a:ext>
            </a:extLst>
          </p:cNvPr>
          <p:cNvSpPr>
            <a:spLocks noGrp="1"/>
          </p:cNvSpPr>
          <p:nvPr>
            <p:ph idx="1"/>
          </p:nvPr>
        </p:nvSpPr>
        <p:spPr/>
        <p:txBody>
          <a:bodyPr>
            <a:normAutofit/>
          </a:bodyPr>
          <a:lstStyle/>
          <a:p>
            <a:r>
              <a:rPr lang="en-IN" sz="2800" dirty="0">
                <a:solidFill>
                  <a:srgbClr val="222222"/>
                </a:solidFill>
                <a:latin typeface="-apple-system"/>
              </a:rPr>
              <a:t>It </a:t>
            </a:r>
            <a:r>
              <a:rPr lang="en-IN" sz="2800" b="0" i="0" dirty="0">
                <a:solidFill>
                  <a:srgbClr val="222222"/>
                </a:solidFill>
                <a:effectLst/>
                <a:latin typeface="-apple-system"/>
              </a:rPr>
              <a:t>is a </a:t>
            </a:r>
            <a:r>
              <a:rPr lang="en-IN" sz="2800" b="0" i="0" u="none" strike="noStrike" dirty="0">
                <a:solidFill>
                  <a:srgbClr val="0051C3"/>
                </a:solidFill>
                <a:effectLst/>
                <a:latin typeface="-apple-system"/>
                <a:hlinkClick r:id="rId2"/>
              </a:rPr>
              <a:t>(DDoS) attack</a:t>
            </a:r>
            <a:r>
              <a:rPr lang="en-IN" sz="2800" b="0" i="0" dirty="0">
                <a:solidFill>
                  <a:srgbClr val="222222"/>
                </a:solidFill>
                <a:effectLst/>
                <a:latin typeface="-apple-system"/>
              </a:rPr>
              <a:t> in which an attacker attempts to flood a targeted server with </a:t>
            </a:r>
            <a:r>
              <a:rPr lang="en-IN" sz="2800" dirty="0">
                <a:solidFill>
                  <a:srgbClr val="0051C3"/>
                </a:solidFill>
                <a:latin typeface="-apple-system"/>
              </a:rPr>
              <a:t>ICMP</a:t>
            </a:r>
            <a:r>
              <a:rPr lang="en-IN" sz="2800" b="0" i="0" dirty="0">
                <a:solidFill>
                  <a:srgbClr val="222222"/>
                </a:solidFill>
                <a:effectLst/>
                <a:latin typeface="-apple-system"/>
              </a:rPr>
              <a:t> packets. </a:t>
            </a:r>
          </a:p>
          <a:p>
            <a:r>
              <a:rPr lang="en-IN" sz="2800" b="0" i="0" dirty="0">
                <a:solidFill>
                  <a:srgbClr val="424242"/>
                </a:solidFill>
                <a:effectLst/>
                <a:latin typeface="Lato" panose="020B0604020202020204" pitchFamily="34" charset="0"/>
              </a:rPr>
              <a:t>ICMP </a:t>
            </a:r>
            <a:r>
              <a:rPr lang="en-IN" sz="2800" b="0" i="0" dirty="0">
                <a:solidFill>
                  <a:srgbClr val="424242"/>
                </a:solidFill>
                <a:effectLst/>
                <a:latin typeface="Lato" panose="020F0502020204030203" pitchFamily="34" charset="0"/>
              </a:rPr>
              <a:t>Internet Control Message Protocol </a:t>
            </a:r>
            <a:r>
              <a:rPr lang="en-IN" sz="2800" b="0" i="0" dirty="0">
                <a:solidFill>
                  <a:srgbClr val="424242"/>
                </a:solidFill>
                <a:effectLst/>
                <a:latin typeface="Lato" panose="020B0604020202020204" pitchFamily="34" charset="0"/>
              </a:rPr>
              <a:t>messages communicate information about network connectivity issues back to the source of the compromised transmission</a:t>
            </a:r>
            <a:endParaRPr lang="en-IN" sz="2800" b="0" i="0" dirty="0">
              <a:solidFill>
                <a:srgbClr val="222222"/>
              </a:solidFill>
              <a:effectLst/>
              <a:latin typeface="-apple-system"/>
            </a:endParaRPr>
          </a:p>
          <a:p>
            <a:r>
              <a:rPr lang="en-IN" sz="2800" b="0" i="0" dirty="0">
                <a:solidFill>
                  <a:srgbClr val="222222"/>
                </a:solidFill>
                <a:effectLst/>
                <a:latin typeface="-apple-system"/>
              </a:rPr>
              <a:t>This attack vector is generally considered a solved vulnerability and is no longer prevalent.</a:t>
            </a:r>
            <a:endParaRPr lang="en-IN" sz="2800" dirty="0"/>
          </a:p>
        </p:txBody>
      </p:sp>
    </p:spTree>
    <p:extLst>
      <p:ext uri="{BB962C8B-B14F-4D97-AF65-F5344CB8AC3E}">
        <p14:creationId xmlns:p14="http://schemas.microsoft.com/office/powerpoint/2010/main" val="34316881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ADF70-EA8A-B5CE-1F86-FFF64EE0E5F1}"/>
              </a:ext>
            </a:extLst>
          </p:cNvPr>
          <p:cNvSpPr>
            <a:spLocks noGrp="1"/>
          </p:cNvSpPr>
          <p:nvPr>
            <p:ph type="title"/>
          </p:nvPr>
        </p:nvSpPr>
        <p:spPr/>
        <p:txBody>
          <a:bodyPr/>
          <a:lstStyle/>
          <a:p>
            <a:r>
              <a:rPr lang="en-IN" b="1" dirty="0"/>
              <a:t>4.Smurf Attack Working </a:t>
            </a:r>
          </a:p>
        </p:txBody>
      </p:sp>
      <p:pic>
        <p:nvPicPr>
          <p:cNvPr id="6146" name="Picture 2" descr="Deep Inside a DNS Amplification DDoS Attack">
            <a:extLst>
              <a:ext uri="{FF2B5EF4-FFF2-40B4-BE49-F238E27FC236}">
                <a16:creationId xmlns:a16="http://schemas.microsoft.com/office/drawing/2014/main" id="{59F9D213-607C-2240-F345-6CA5A912F11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904788" y="2032883"/>
            <a:ext cx="5942998" cy="328053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E42027A-3A6D-3536-4844-A4E077653B7E}"/>
              </a:ext>
            </a:extLst>
          </p:cNvPr>
          <p:cNvSpPr txBox="1"/>
          <p:nvPr/>
        </p:nvSpPr>
        <p:spPr>
          <a:xfrm>
            <a:off x="608925" y="1690688"/>
            <a:ext cx="5487075" cy="4278094"/>
          </a:xfrm>
          <a:prstGeom prst="rect">
            <a:avLst/>
          </a:prstGeom>
          <a:noFill/>
        </p:spPr>
        <p:txBody>
          <a:bodyPr wrap="square">
            <a:spAutoFit/>
          </a:bodyPr>
          <a:lstStyle/>
          <a:p>
            <a:pPr marL="342900" indent="-342900">
              <a:buFont typeface="+mj-lt"/>
              <a:buAutoNum type="arabicPeriod"/>
            </a:pPr>
            <a:r>
              <a:rPr lang="en-IN" sz="1600" b="0" i="0" dirty="0">
                <a:solidFill>
                  <a:srgbClr val="222222"/>
                </a:solidFill>
                <a:effectLst/>
                <a:latin typeface="-apple-system"/>
              </a:rPr>
              <a:t>Smurf malware builds a spoofed packet that has its source address set to the real </a:t>
            </a:r>
            <a:r>
              <a:rPr lang="en-IN" sz="1600" b="0" i="0" u="none" strike="noStrike" dirty="0">
                <a:solidFill>
                  <a:srgbClr val="0051C3"/>
                </a:solidFill>
                <a:effectLst/>
                <a:latin typeface="-apple-system"/>
                <a:hlinkClick r:id="rId3"/>
              </a:rPr>
              <a:t>IP address</a:t>
            </a:r>
            <a:r>
              <a:rPr lang="en-IN" sz="1600" b="0" i="0" dirty="0">
                <a:solidFill>
                  <a:srgbClr val="222222"/>
                </a:solidFill>
                <a:effectLst/>
                <a:latin typeface="-apple-system"/>
              </a:rPr>
              <a:t> of the targeted victim.</a:t>
            </a:r>
          </a:p>
          <a:p>
            <a:pPr marL="342900" indent="-342900">
              <a:buFont typeface="+mj-lt"/>
              <a:buAutoNum type="arabicPeriod"/>
            </a:pPr>
            <a:endParaRPr lang="en-IN" sz="1600" b="0" i="0" dirty="0">
              <a:solidFill>
                <a:srgbClr val="222222"/>
              </a:solidFill>
              <a:effectLst/>
              <a:latin typeface="-apple-system"/>
            </a:endParaRPr>
          </a:p>
          <a:p>
            <a:pPr marL="342900" indent="-342900">
              <a:buFont typeface="+mj-lt"/>
              <a:buAutoNum type="arabicPeriod"/>
            </a:pPr>
            <a:r>
              <a:rPr lang="en-IN" sz="1600" b="0" i="0" dirty="0">
                <a:solidFill>
                  <a:srgbClr val="222222"/>
                </a:solidFill>
                <a:effectLst/>
                <a:latin typeface="-apple-system"/>
              </a:rPr>
              <a:t>The ICMP packet is then sent to an IP broadcast address of a router , which in turn sends requests to every host device address inside the broadcasting network, increasing the number of requests by the number of networked devices on the network.</a:t>
            </a:r>
          </a:p>
          <a:p>
            <a:pPr marL="342900" indent="-342900">
              <a:buFont typeface="+mj-lt"/>
              <a:buAutoNum type="arabicPeriod"/>
            </a:pPr>
            <a:endParaRPr lang="en-IN" sz="1600" b="0" i="0" dirty="0">
              <a:solidFill>
                <a:srgbClr val="222222"/>
              </a:solidFill>
              <a:effectLst/>
              <a:latin typeface="-apple-system"/>
            </a:endParaRPr>
          </a:p>
          <a:p>
            <a:pPr marL="342900" indent="-342900">
              <a:buFont typeface="+mj-lt"/>
              <a:buAutoNum type="arabicPeriod"/>
            </a:pPr>
            <a:r>
              <a:rPr lang="en-IN" sz="1600" b="0" i="0" dirty="0">
                <a:solidFill>
                  <a:srgbClr val="222222"/>
                </a:solidFill>
                <a:effectLst/>
                <a:latin typeface="-apple-system"/>
              </a:rPr>
              <a:t>Each device inside the network receives the request from the broadcaster and then responds to the spoofed address of the target with an ICMP Echo Reply packet.</a:t>
            </a:r>
          </a:p>
          <a:p>
            <a:pPr marL="342900" indent="-342900">
              <a:buFont typeface="+mj-lt"/>
              <a:buAutoNum type="arabicPeriod"/>
            </a:pPr>
            <a:endParaRPr lang="en-IN" sz="1600" b="0" i="0" dirty="0">
              <a:solidFill>
                <a:srgbClr val="222222"/>
              </a:solidFill>
              <a:effectLst/>
              <a:latin typeface="-apple-system"/>
            </a:endParaRPr>
          </a:p>
          <a:p>
            <a:pPr marL="342900" indent="-342900">
              <a:buFont typeface="+mj-lt"/>
              <a:buAutoNum type="arabicPeriod"/>
            </a:pPr>
            <a:r>
              <a:rPr lang="en-IN" sz="1600" b="0" i="0" dirty="0">
                <a:solidFill>
                  <a:srgbClr val="222222"/>
                </a:solidFill>
                <a:effectLst/>
                <a:latin typeface="-apple-system"/>
              </a:rPr>
              <a:t>The target victim then receives a deluge of ICMP Echo Reply packets, potentially becoming overwhelmed and resulting in denial-of-service to legitimate traffic.</a:t>
            </a:r>
          </a:p>
          <a:p>
            <a:pPr marL="285750" indent="-285750">
              <a:buFont typeface="Arial" panose="020B0604020202020204" pitchFamily="34" charset="0"/>
              <a:buChar char="•"/>
            </a:pPr>
            <a:endParaRPr lang="en-IN" sz="1600" dirty="0"/>
          </a:p>
        </p:txBody>
      </p:sp>
      <p:sp>
        <p:nvSpPr>
          <p:cNvPr id="11" name="TextBox 10">
            <a:extLst>
              <a:ext uri="{FF2B5EF4-FFF2-40B4-BE49-F238E27FC236}">
                <a16:creationId xmlns:a16="http://schemas.microsoft.com/office/drawing/2014/main" id="{EFB9D3E0-A26B-6115-6355-A957F191CDE0}"/>
              </a:ext>
            </a:extLst>
          </p:cNvPr>
          <p:cNvSpPr txBox="1"/>
          <p:nvPr/>
        </p:nvSpPr>
        <p:spPr>
          <a:xfrm>
            <a:off x="6598692" y="3673151"/>
            <a:ext cx="914400" cy="369332"/>
          </a:xfrm>
          <a:prstGeom prst="rect">
            <a:avLst/>
          </a:prstGeom>
          <a:noFill/>
        </p:spPr>
        <p:txBody>
          <a:bodyPr wrap="square" rtlCol="0">
            <a:spAutoFit/>
          </a:bodyPr>
          <a:lstStyle/>
          <a:p>
            <a:r>
              <a:rPr lang="en-IN" dirty="0"/>
              <a:t>9.9.9.9</a:t>
            </a:r>
          </a:p>
        </p:txBody>
      </p:sp>
    </p:spTree>
    <p:extLst>
      <p:ext uri="{BB962C8B-B14F-4D97-AF65-F5344CB8AC3E}">
        <p14:creationId xmlns:p14="http://schemas.microsoft.com/office/powerpoint/2010/main" val="29093615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78CED5-0241-44C3-9B05-91E2CDEC2E37}"/>
              </a:ext>
            </a:extLst>
          </p:cNvPr>
          <p:cNvSpPr>
            <a:spLocks noGrp="1"/>
          </p:cNvSpPr>
          <p:nvPr>
            <p:ph type="title"/>
          </p:nvPr>
        </p:nvSpPr>
        <p:spPr/>
        <p:txBody>
          <a:bodyPr/>
          <a:lstStyle/>
          <a:p>
            <a:r>
              <a:rPr lang="en-IN" b="1" dirty="0" err="1"/>
              <a:t>Sloworis</a:t>
            </a:r>
            <a:endParaRPr lang="en-IN" b="1" dirty="0"/>
          </a:p>
        </p:txBody>
      </p:sp>
      <p:sp>
        <p:nvSpPr>
          <p:cNvPr id="11" name="Content Placeholder 10">
            <a:extLst>
              <a:ext uri="{FF2B5EF4-FFF2-40B4-BE49-F238E27FC236}">
                <a16:creationId xmlns:a16="http://schemas.microsoft.com/office/drawing/2014/main" id="{E9CCC2B9-B4F1-4EA4-D8D0-720DA45EE242}"/>
              </a:ext>
            </a:extLst>
          </p:cNvPr>
          <p:cNvSpPr>
            <a:spLocks noGrp="1"/>
          </p:cNvSpPr>
          <p:nvPr>
            <p:ph idx="1"/>
          </p:nvPr>
        </p:nvSpPr>
        <p:spPr>
          <a:xfrm>
            <a:off x="838199" y="1825625"/>
            <a:ext cx="9631017" cy="4351338"/>
          </a:xfrm>
        </p:spPr>
        <p:txBody>
          <a:bodyPr>
            <a:normAutofit/>
          </a:bodyPr>
          <a:lstStyle/>
          <a:p>
            <a:r>
              <a:rPr lang="en-IN" sz="3200" b="0" i="0" dirty="0" err="1">
                <a:solidFill>
                  <a:srgbClr val="273239"/>
                </a:solidFill>
                <a:effectLst/>
                <a:latin typeface="urw-din"/>
              </a:rPr>
              <a:t>Slowloris</a:t>
            </a:r>
            <a:r>
              <a:rPr lang="en-IN" sz="3200" b="0" i="0" dirty="0">
                <a:solidFill>
                  <a:srgbClr val="273239"/>
                </a:solidFill>
                <a:effectLst/>
                <a:latin typeface="urw-din"/>
              </a:rPr>
              <a:t> is a free and Open source tool to perform a denial of service attack .</a:t>
            </a:r>
          </a:p>
          <a:p>
            <a:r>
              <a:rPr lang="en-IN" sz="3200" b="0" i="0" dirty="0">
                <a:solidFill>
                  <a:srgbClr val="273239"/>
                </a:solidFill>
                <a:effectLst/>
                <a:latin typeface="urw-din"/>
              </a:rPr>
              <a:t>It’s a framework written in python. </a:t>
            </a:r>
          </a:p>
          <a:p>
            <a:r>
              <a:rPr lang="en-IN" sz="3200" b="0" i="0" dirty="0">
                <a:solidFill>
                  <a:srgbClr val="273239"/>
                </a:solidFill>
                <a:effectLst/>
                <a:latin typeface="urw-din"/>
              </a:rPr>
              <a:t>This tool allows a single machine to take down another machine’s web server it uses perfectly legitimate HTTP traffic</a:t>
            </a:r>
          </a:p>
          <a:p>
            <a:endParaRPr lang="en-IN" sz="3200" b="0" i="0" dirty="0">
              <a:solidFill>
                <a:srgbClr val="222222"/>
              </a:solidFill>
              <a:effectLst/>
              <a:latin typeface="-apple-system"/>
            </a:endParaRPr>
          </a:p>
          <a:p>
            <a:endParaRPr lang="en-IN" sz="3200" dirty="0"/>
          </a:p>
        </p:txBody>
      </p:sp>
    </p:spTree>
    <p:extLst>
      <p:ext uri="{BB962C8B-B14F-4D97-AF65-F5344CB8AC3E}">
        <p14:creationId xmlns:p14="http://schemas.microsoft.com/office/powerpoint/2010/main" val="40439679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3DD81-36D4-C320-E7EA-DE67D7FA55BC}"/>
              </a:ext>
            </a:extLst>
          </p:cNvPr>
          <p:cNvSpPr>
            <a:spLocks noGrp="1"/>
          </p:cNvSpPr>
          <p:nvPr>
            <p:ph type="title"/>
          </p:nvPr>
        </p:nvSpPr>
        <p:spPr/>
        <p:txBody>
          <a:bodyPr/>
          <a:lstStyle/>
          <a:p>
            <a:r>
              <a:rPr lang="en-IN" b="1" dirty="0" err="1"/>
              <a:t>Sloworis</a:t>
            </a:r>
            <a:r>
              <a:rPr lang="en-IN" b="1" dirty="0"/>
              <a:t> Attack</a:t>
            </a:r>
          </a:p>
        </p:txBody>
      </p:sp>
      <p:sp>
        <p:nvSpPr>
          <p:cNvPr id="3" name="Content Placeholder 2">
            <a:extLst>
              <a:ext uri="{FF2B5EF4-FFF2-40B4-BE49-F238E27FC236}">
                <a16:creationId xmlns:a16="http://schemas.microsoft.com/office/drawing/2014/main" id="{942609B6-27DC-3853-1AA7-B641473F0D41}"/>
              </a:ext>
            </a:extLst>
          </p:cNvPr>
          <p:cNvSpPr>
            <a:spLocks noGrp="1"/>
          </p:cNvSpPr>
          <p:nvPr>
            <p:ph idx="1"/>
          </p:nvPr>
        </p:nvSpPr>
        <p:spPr>
          <a:xfrm>
            <a:off x="838200" y="1825624"/>
            <a:ext cx="3866322" cy="3793297"/>
          </a:xfrm>
        </p:spPr>
        <p:txBody>
          <a:bodyPr>
            <a:normAutofit/>
          </a:bodyPr>
          <a:lstStyle/>
          <a:p>
            <a:r>
              <a:rPr lang="en-IN" dirty="0"/>
              <a:t>Website running on local host </a:t>
            </a:r>
            <a:r>
              <a:rPr lang="en-IN" dirty="0" err="1"/>
              <a:t>Xampp</a:t>
            </a:r>
            <a:r>
              <a:rPr lang="en-IN" dirty="0"/>
              <a:t> in your system</a:t>
            </a:r>
          </a:p>
          <a:p>
            <a:r>
              <a:rPr lang="en-IN" dirty="0"/>
              <a:t>In anaconda prompt (administrative) using </a:t>
            </a:r>
            <a:r>
              <a:rPr lang="en-IN" dirty="0" err="1"/>
              <a:t>sloworis</a:t>
            </a:r>
            <a:r>
              <a:rPr lang="en-IN" dirty="0"/>
              <a:t> tool</a:t>
            </a:r>
          </a:p>
          <a:p>
            <a:pPr algn="l">
              <a:buFont typeface="Arial" panose="020B0604020202020204" pitchFamily="34" charset="0"/>
              <a:buChar char="•"/>
            </a:pPr>
            <a:r>
              <a:rPr lang="en-IN" b="0" i="0" dirty="0">
                <a:solidFill>
                  <a:srgbClr val="24292F"/>
                </a:solidFill>
                <a:effectLst/>
                <a:latin typeface="-apple-system"/>
              </a:rPr>
              <a:t>-p, --port</a:t>
            </a:r>
          </a:p>
          <a:p>
            <a:pPr marL="742950" lvl="1" indent="-285750" algn="l">
              <a:buFont typeface="Arial" panose="020B0604020202020204" pitchFamily="34" charset="0"/>
              <a:buChar char="•"/>
            </a:pPr>
            <a:r>
              <a:rPr lang="en-IN" b="0" i="0" dirty="0">
                <a:solidFill>
                  <a:srgbClr val="24292F"/>
                </a:solidFill>
                <a:effectLst/>
                <a:latin typeface="-apple-system"/>
              </a:rPr>
              <a:t>Port of webserver, usually 80</a:t>
            </a:r>
          </a:p>
          <a:p>
            <a:pPr algn="l">
              <a:buFont typeface="Arial" panose="020B0604020202020204" pitchFamily="34" charset="0"/>
              <a:buChar char="•"/>
            </a:pPr>
            <a:r>
              <a:rPr lang="en-IN" dirty="0"/>
              <a:t>  </a:t>
            </a:r>
            <a:r>
              <a:rPr lang="en-IN" b="0" i="0" dirty="0">
                <a:solidFill>
                  <a:srgbClr val="24292F"/>
                </a:solidFill>
                <a:effectLst/>
                <a:latin typeface="-apple-system"/>
              </a:rPr>
              <a:t>s, --sockets</a:t>
            </a:r>
          </a:p>
          <a:p>
            <a:pPr marL="742950" lvl="1" indent="-285750" algn="l">
              <a:buFont typeface="Arial" panose="020B0604020202020204" pitchFamily="34" charset="0"/>
              <a:buChar char="•"/>
            </a:pPr>
            <a:r>
              <a:rPr lang="en-IN" b="0" i="0" dirty="0">
                <a:solidFill>
                  <a:srgbClr val="24292F"/>
                </a:solidFill>
                <a:effectLst/>
                <a:latin typeface="-apple-system"/>
              </a:rPr>
              <a:t>Number of sockets to use in the test</a:t>
            </a:r>
          </a:p>
          <a:p>
            <a:endParaRPr lang="en-IN" dirty="0"/>
          </a:p>
        </p:txBody>
      </p:sp>
      <p:pic>
        <p:nvPicPr>
          <p:cNvPr id="6" name="Picture 5">
            <a:extLst>
              <a:ext uri="{FF2B5EF4-FFF2-40B4-BE49-F238E27FC236}">
                <a16:creationId xmlns:a16="http://schemas.microsoft.com/office/drawing/2014/main" id="{6509BB95-EC83-F0B8-236D-75087B0C0A32}"/>
              </a:ext>
            </a:extLst>
          </p:cNvPr>
          <p:cNvPicPr>
            <a:picLocks noChangeAspect="1"/>
          </p:cNvPicPr>
          <p:nvPr/>
        </p:nvPicPr>
        <p:blipFill rotWithShape="1">
          <a:blip r:embed="rId2"/>
          <a:srcRect r="23349"/>
          <a:stretch/>
        </p:blipFill>
        <p:spPr>
          <a:xfrm>
            <a:off x="4888809" y="1331844"/>
            <a:ext cx="7165797" cy="4591878"/>
          </a:xfrm>
          <a:prstGeom prst="rect">
            <a:avLst/>
          </a:prstGeom>
        </p:spPr>
      </p:pic>
    </p:spTree>
    <p:extLst>
      <p:ext uri="{BB962C8B-B14F-4D97-AF65-F5344CB8AC3E}">
        <p14:creationId xmlns:p14="http://schemas.microsoft.com/office/powerpoint/2010/main" val="18041946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C96FD0B-8669-0209-1D4A-5157D0726A0D}"/>
              </a:ext>
            </a:extLst>
          </p:cNvPr>
          <p:cNvSpPr>
            <a:spLocks noGrp="1"/>
          </p:cNvSpPr>
          <p:nvPr>
            <p:ph type="title"/>
          </p:nvPr>
        </p:nvSpPr>
        <p:spPr/>
        <p:txBody>
          <a:bodyPr/>
          <a:lstStyle/>
          <a:p>
            <a:r>
              <a:rPr lang="en-IN" b="1" dirty="0"/>
              <a:t>More about Attacks</a:t>
            </a:r>
          </a:p>
        </p:txBody>
      </p:sp>
      <p:sp>
        <p:nvSpPr>
          <p:cNvPr id="5" name="Subtitle 4">
            <a:extLst>
              <a:ext uri="{FF2B5EF4-FFF2-40B4-BE49-F238E27FC236}">
                <a16:creationId xmlns:a16="http://schemas.microsoft.com/office/drawing/2014/main" id="{73010937-F8E1-BF5C-CCE7-CC07E288BED6}"/>
              </a:ext>
            </a:extLst>
          </p:cNvPr>
          <p:cNvSpPr>
            <a:spLocks noGrp="1"/>
          </p:cNvSpPr>
          <p:nvPr>
            <p:ph idx="1"/>
          </p:nvPr>
        </p:nvSpPr>
        <p:spPr/>
        <p:txBody>
          <a:bodyPr>
            <a:normAutofit/>
          </a:bodyPr>
          <a:lstStyle/>
          <a:p>
            <a:pPr lvl="1"/>
            <a:r>
              <a:rPr lang="en-IN" b="1" i="0" dirty="0">
                <a:solidFill>
                  <a:srgbClr val="000000"/>
                </a:solidFill>
                <a:effectLst/>
                <a:latin typeface="Inter"/>
              </a:rPr>
              <a:t>Popular Attack -Man in the middle (MITM) attack</a:t>
            </a:r>
          </a:p>
          <a:p>
            <a:pPr lvl="2"/>
            <a:r>
              <a:rPr lang="en-IN" sz="1800" dirty="0">
                <a:solidFill>
                  <a:srgbClr val="000000"/>
                </a:solidFill>
                <a:latin typeface="Inter"/>
              </a:rPr>
              <a:t>G</a:t>
            </a:r>
            <a:r>
              <a:rPr lang="en-IN" sz="1800" b="0" i="0" dirty="0">
                <a:solidFill>
                  <a:srgbClr val="000000"/>
                </a:solidFill>
                <a:effectLst/>
                <a:latin typeface="Inter"/>
              </a:rPr>
              <a:t>eneral term for when a attacker positions himself in a conversation between a user and an application either to eavesdrop or to impersonate one of the parties making it appear as if a normal exc</a:t>
            </a:r>
            <a:r>
              <a:rPr lang="en-IN" sz="1800" dirty="0">
                <a:solidFill>
                  <a:srgbClr val="000000"/>
                </a:solidFill>
                <a:latin typeface="Inter"/>
              </a:rPr>
              <a:t>hange </a:t>
            </a:r>
          </a:p>
          <a:p>
            <a:pPr lvl="2"/>
            <a:r>
              <a:rPr lang="en-IN" sz="1800" b="0" i="0" dirty="0">
                <a:solidFill>
                  <a:srgbClr val="242626"/>
                </a:solidFill>
                <a:effectLst/>
                <a:latin typeface="Fira Sans" panose="020B0503050000020004" pitchFamily="34" charset="0"/>
              </a:rPr>
              <a:t>Type of eavesdropping attack</a:t>
            </a:r>
            <a:endParaRPr lang="en-IN" sz="1800" b="0" i="0" dirty="0">
              <a:solidFill>
                <a:srgbClr val="000000"/>
              </a:solidFill>
              <a:effectLst/>
              <a:latin typeface="Inter"/>
            </a:endParaRPr>
          </a:p>
          <a:p>
            <a:pPr lvl="2"/>
            <a:r>
              <a:rPr lang="en-IN" sz="1800" dirty="0">
                <a:solidFill>
                  <a:srgbClr val="000000"/>
                </a:solidFill>
                <a:latin typeface="Inter"/>
              </a:rPr>
              <a:t>Attackers wishing to take a more active approach to interception may launch one of the following attacks: IP spoofing ,ARP spoofing  or DNS spoofing Attacks</a:t>
            </a:r>
          </a:p>
          <a:p>
            <a:endParaRPr lang="en-IN" sz="1800" dirty="0"/>
          </a:p>
        </p:txBody>
      </p:sp>
      <p:pic>
        <p:nvPicPr>
          <p:cNvPr id="6" name="Picture 10" descr="Man in the Middle Attack: Tutorial &amp; Examples | Veracode">
            <a:extLst>
              <a:ext uri="{FF2B5EF4-FFF2-40B4-BE49-F238E27FC236}">
                <a16:creationId xmlns:a16="http://schemas.microsoft.com/office/drawing/2014/main" id="{3FEC6FE6-AD8A-8AE7-38B9-4909F0EF98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8225" y="4117695"/>
            <a:ext cx="9238628" cy="17513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08980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EE2B6819-234C-6BF8-F8A5-3F3D91D636D2}"/>
              </a:ext>
            </a:extLst>
          </p:cNvPr>
          <p:cNvSpPr>
            <a:spLocks noGrp="1"/>
          </p:cNvSpPr>
          <p:nvPr>
            <p:ph type="title"/>
          </p:nvPr>
        </p:nvSpPr>
        <p:spPr/>
        <p:txBody>
          <a:bodyPr/>
          <a:lstStyle/>
          <a:p>
            <a:r>
              <a:rPr lang="en-IN" dirty="0"/>
              <a:t>More about Attacks</a:t>
            </a:r>
            <a:endParaRPr lang="en-IN" b="1" dirty="0"/>
          </a:p>
        </p:txBody>
      </p:sp>
      <p:pic>
        <p:nvPicPr>
          <p:cNvPr id="14" name="Picture 13">
            <a:extLst>
              <a:ext uri="{FF2B5EF4-FFF2-40B4-BE49-F238E27FC236}">
                <a16:creationId xmlns:a16="http://schemas.microsoft.com/office/drawing/2014/main" id="{C9C0A765-18A0-F771-CB1D-C303DBF4AEBD}"/>
              </a:ext>
            </a:extLst>
          </p:cNvPr>
          <p:cNvPicPr>
            <a:picLocks noChangeAspect="1"/>
          </p:cNvPicPr>
          <p:nvPr/>
        </p:nvPicPr>
        <p:blipFill rotWithShape="1">
          <a:blip r:embed="rId2"/>
          <a:srcRect l="3625" t="4812" r="3423" b="1801"/>
          <a:stretch/>
        </p:blipFill>
        <p:spPr>
          <a:xfrm>
            <a:off x="6947451" y="139164"/>
            <a:ext cx="4714461" cy="6076712"/>
          </a:xfrm>
          <a:prstGeom prst="rect">
            <a:avLst/>
          </a:prstGeom>
        </p:spPr>
      </p:pic>
      <p:sp>
        <p:nvSpPr>
          <p:cNvPr id="16" name="TextBox 15">
            <a:extLst>
              <a:ext uri="{FF2B5EF4-FFF2-40B4-BE49-F238E27FC236}">
                <a16:creationId xmlns:a16="http://schemas.microsoft.com/office/drawing/2014/main" id="{5B7A72C5-8B3A-DE6E-1478-1D9EE2623166}"/>
              </a:ext>
            </a:extLst>
          </p:cNvPr>
          <p:cNvSpPr txBox="1"/>
          <p:nvPr/>
        </p:nvSpPr>
        <p:spPr>
          <a:xfrm>
            <a:off x="649357" y="1842481"/>
            <a:ext cx="5549348" cy="3139321"/>
          </a:xfrm>
          <a:prstGeom prst="rect">
            <a:avLst/>
          </a:prstGeom>
          <a:noFill/>
        </p:spPr>
        <p:txBody>
          <a:bodyPr wrap="square">
            <a:spAutoFit/>
          </a:bodyPr>
          <a:lstStyle/>
          <a:p>
            <a:pPr marL="285750" indent="-285750">
              <a:buFont typeface="Arial" panose="020B0604020202020204" pitchFamily="34" charset="0"/>
              <a:buChar char="•"/>
            </a:pPr>
            <a:r>
              <a:rPr lang="en-IN" dirty="0"/>
              <a:t>List of Attacks based on layered architecture is as shown on left side </a:t>
            </a:r>
          </a:p>
          <a:p>
            <a:pPr marL="285750" indent="-285750">
              <a:buFont typeface="Arial" panose="020B0604020202020204" pitchFamily="34" charset="0"/>
              <a:buChar char="•"/>
            </a:pPr>
            <a:r>
              <a:rPr lang="en-IN" dirty="0"/>
              <a:t>Effects of attack listed </a:t>
            </a:r>
          </a:p>
          <a:p>
            <a:pPr marL="742950" lvl="1" indent="-285750">
              <a:buFont typeface="Arial" panose="020B0604020202020204" pitchFamily="34" charset="0"/>
              <a:buChar char="•"/>
            </a:pPr>
            <a:r>
              <a:rPr lang="en-IN" b="1" dirty="0"/>
              <a:t>Jamming</a:t>
            </a:r>
            <a:r>
              <a:rPr lang="en-IN" dirty="0"/>
              <a:t> - Resource exhaustion ,Packets collision</a:t>
            </a:r>
          </a:p>
          <a:p>
            <a:pPr marL="742950" lvl="1" indent="-285750">
              <a:buFont typeface="Arial" panose="020B0604020202020204" pitchFamily="34" charset="0"/>
              <a:buChar char="•"/>
            </a:pPr>
            <a:r>
              <a:rPr lang="en-IN" b="1" dirty="0"/>
              <a:t>Tampering</a:t>
            </a:r>
            <a:r>
              <a:rPr lang="en-IN" dirty="0"/>
              <a:t> - Hardware damage</a:t>
            </a:r>
          </a:p>
          <a:p>
            <a:pPr marL="742950" lvl="1" indent="-285750">
              <a:buFont typeface="Arial" panose="020B0604020202020204" pitchFamily="34" charset="0"/>
              <a:buChar char="•"/>
            </a:pPr>
            <a:r>
              <a:rPr lang="en-IN" b="1" dirty="0"/>
              <a:t>Selective Forwarding- </a:t>
            </a:r>
            <a:r>
              <a:rPr lang="en-IN" dirty="0"/>
              <a:t>Packet dropping and Information loss</a:t>
            </a:r>
          </a:p>
          <a:p>
            <a:pPr marL="742950" lvl="1" indent="-285750">
              <a:buFont typeface="Arial" panose="020B0604020202020204" pitchFamily="34" charset="0"/>
              <a:buChar char="•"/>
            </a:pPr>
            <a:r>
              <a:rPr lang="en-IN" b="1" dirty="0"/>
              <a:t>Sybil Attack </a:t>
            </a:r>
            <a:r>
              <a:rPr lang="en-IN" dirty="0"/>
              <a:t>-Threat to geographical routing protocols </a:t>
            </a:r>
          </a:p>
          <a:p>
            <a:pPr marL="742950" lvl="1" indent="-285750">
              <a:buFont typeface="Arial" panose="020B0604020202020204" pitchFamily="34" charset="0"/>
              <a:buChar char="•"/>
            </a:pPr>
            <a:r>
              <a:rPr lang="en-IN" b="1" dirty="0"/>
              <a:t>Wormhole Attack </a:t>
            </a:r>
            <a:r>
              <a:rPr lang="en-IN" dirty="0"/>
              <a:t>- Change in network topology</a:t>
            </a:r>
          </a:p>
          <a:p>
            <a:pPr marL="742950" lvl="1" indent="-285750">
              <a:buFont typeface="Arial" panose="020B0604020202020204" pitchFamily="34" charset="0"/>
              <a:buChar char="•"/>
            </a:pPr>
            <a:r>
              <a:rPr lang="en-IN" b="1" dirty="0"/>
              <a:t>Hello flood Attack </a:t>
            </a:r>
            <a:r>
              <a:rPr lang="en-IN" dirty="0"/>
              <a:t>-Data congestion</a:t>
            </a:r>
          </a:p>
        </p:txBody>
      </p:sp>
      <p:sp>
        <p:nvSpPr>
          <p:cNvPr id="18" name="TextBox 17">
            <a:extLst>
              <a:ext uri="{FF2B5EF4-FFF2-40B4-BE49-F238E27FC236}">
                <a16:creationId xmlns:a16="http://schemas.microsoft.com/office/drawing/2014/main" id="{618AC8BE-9252-0534-5BF5-80224D038DA6}"/>
              </a:ext>
            </a:extLst>
          </p:cNvPr>
          <p:cNvSpPr txBox="1"/>
          <p:nvPr/>
        </p:nvSpPr>
        <p:spPr>
          <a:xfrm>
            <a:off x="417444" y="5015547"/>
            <a:ext cx="6096000" cy="1200329"/>
          </a:xfrm>
          <a:prstGeom prst="rect">
            <a:avLst/>
          </a:prstGeom>
          <a:noFill/>
        </p:spPr>
        <p:txBody>
          <a:bodyPr wrap="square">
            <a:spAutoFit/>
          </a:bodyPr>
          <a:lstStyle/>
          <a:p>
            <a:pPr marL="285750" indent="-285750">
              <a:buFont typeface="Arial" panose="020B0604020202020204" pitchFamily="34" charset="0"/>
              <a:buChar char="•"/>
            </a:pPr>
            <a:r>
              <a:rPr lang="en-IN" dirty="0"/>
              <a:t>To maintain data integrity and authenticity, steps are to be taken to resist active and passive attacks. The cryptographic techniques and the protocols are to be made stronger to avoid the attacks. </a:t>
            </a:r>
          </a:p>
        </p:txBody>
      </p:sp>
    </p:spTree>
    <p:extLst>
      <p:ext uri="{BB962C8B-B14F-4D97-AF65-F5344CB8AC3E}">
        <p14:creationId xmlns:p14="http://schemas.microsoft.com/office/powerpoint/2010/main" val="13725516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05870-61F8-5A73-2B80-669E2DAA6FF7}"/>
              </a:ext>
            </a:extLst>
          </p:cNvPr>
          <p:cNvSpPr>
            <a:spLocks noGrp="1"/>
          </p:cNvSpPr>
          <p:nvPr>
            <p:ph type="title"/>
          </p:nvPr>
        </p:nvSpPr>
        <p:spPr/>
        <p:txBody>
          <a:bodyPr/>
          <a:lstStyle/>
          <a:p>
            <a:r>
              <a:rPr lang="en-IN" b="1" dirty="0"/>
              <a:t>Points to summarize</a:t>
            </a:r>
          </a:p>
        </p:txBody>
      </p:sp>
      <p:sp>
        <p:nvSpPr>
          <p:cNvPr id="3" name="Content Placeholder 2">
            <a:extLst>
              <a:ext uri="{FF2B5EF4-FFF2-40B4-BE49-F238E27FC236}">
                <a16:creationId xmlns:a16="http://schemas.microsoft.com/office/drawing/2014/main" id="{DD446AE6-B56C-AC66-FD21-7D5BF0171921}"/>
              </a:ext>
            </a:extLst>
          </p:cNvPr>
          <p:cNvSpPr>
            <a:spLocks noGrp="1"/>
          </p:cNvSpPr>
          <p:nvPr>
            <p:ph idx="1"/>
          </p:nvPr>
        </p:nvSpPr>
        <p:spPr>
          <a:xfrm>
            <a:off x="6914984" y="1792872"/>
            <a:ext cx="3832530" cy="4023360"/>
          </a:xfrm>
        </p:spPr>
        <p:txBody>
          <a:bodyPr>
            <a:normAutofit/>
          </a:bodyPr>
          <a:lstStyle/>
          <a:p>
            <a:pPr>
              <a:buFont typeface="Arial" panose="020B0604020202020204" pitchFamily="34" charset="0"/>
              <a:buChar char="•"/>
            </a:pPr>
            <a:r>
              <a:rPr lang="en-IN" sz="1600" dirty="0"/>
              <a:t>A resource can have one or more vulnerabilities that can be exploited by a threat that leads an attack due to which Confidentiality , Integrity and Availability of resources may be compromised </a:t>
            </a:r>
          </a:p>
          <a:p>
            <a:pPr>
              <a:buFont typeface="Arial" panose="020B0604020202020204" pitchFamily="34" charset="0"/>
              <a:buChar char="•"/>
            </a:pPr>
            <a:r>
              <a:rPr lang="en-IN" sz="1600" dirty="0"/>
              <a:t>Passive Attacks - Monitoring and listening to the communication channel by unauthorized entity </a:t>
            </a:r>
          </a:p>
          <a:p>
            <a:pPr>
              <a:buFont typeface="Arial" panose="020B0604020202020204" pitchFamily="34" charset="0"/>
              <a:buChar char="•"/>
            </a:pPr>
            <a:r>
              <a:rPr lang="en-IN" sz="1600" dirty="0"/>
              <a:t>Active Attacks - Monitoring, listening to and modification of data stream in the communication channel by unauthorized entity </a:t>
            </a:r>
          </a:p>
          <a:p>
            <a:pPr>
              <a:buFont typeface="Arial" panose="020B0604020202020204" pitchFamily="34" charset="0"/>
              <a:buChar char="•"/>
            </a:pPr>
            <a:endParaRPr lang="en-IN" sz="1600" dirty="0"/>
          </a:p>
          <a:p>
            <a:endParaRPr lang="en-IN" sz="1600" dirty="0"/>
          </a:p>
        </p:txBody>
      </p:sp>
      <p:graphicFrame>
        <p:nvGraphicFramePr>
          <p:cNvPr id="4" name="Diagram 3">
            <a:extLst>
              <a:ext uri="{FF2B5EF4-FFF2-40B4-BE49-F238E27FC236}">
                <a16:creationId xmlns:a16="http://schemas.microsoft.com/office/drawing/2014/main" id="{BF86C099-203C-FCAE-5B22-C2E849A4AC46}"/>
              </a:ext>
            </a:extLst>
          </p:cNvPr>
          <p:cNvGraphicFramePr/>
          <p:nvPr>
            <p:extLst>
              <p:ext uri="{D42A27DB-BD31-4B8C-83A1-F6EECF244321}">
                <p14:modId xmlns:p14="http://schemas.microsoft.com/office/powerpoint/2010/main" val="4053303007"/>
              </p:ext>
            </p:extLst>
          </p:nvPr>
        </p:nvGraphicFramePr>
        <p:xfrm>
          <a:off x="1097280" y="1738685"/>
          <a:ext cx="4998720" cy="41317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737436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 name="Rectangle 3">
            <a:extLst>
              <a:ext uri="{FF2B5EF4-FFF2-40B4-BE49-F238E27FC236}">
                <a16:creationId xmlns:a16="http://schemas.microsoft.com/office/drawing/2014/main" id="{DFF8D943-8CDE-2373-6A74-ABEF8548E2B9}"/>
              </a:ext>
            </a:extLst>
          </p:cNvPr>
          <p:cNvSpPr>
            <a:spLocks noGrp="1" noChangeArrowheads="1"/>
          </p:cNvSpPr>
          <p:nvPr>
            <p:ph type="title"/>
          </p:nvPr>
        </p:nvSpPr>
        <p:spPr bwMode="auto">
          <a:xfrm>
            <a:off x="838200" y="865369"/>
            <a:ext cx="1372090" cy="32507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53920" tIns="31740" rIns="0" bIns="1587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References</a:t>
            </a:r>
          </a:p>
        </p:txBody>
      </p:sp>
      <p:sp>
        <p:nvSpPr>
          <p:cNvPr id="5" name="Content Placeholder 4">
            <a:extLst>
              <a:ext uri="{FF2B5EF4-FFF2-40B4-BE49-F238E27FC236}">
                <a16:creationId xmlns:a16="http://schemas.microsoft.com/office/drawing/2014/main" id="{F6333B24-C08D-D17B-D6E3-7E21246A1983}"/>
              </a:ext>
            </a:extLst>
          </p:cNvPr>
          <p:cNvSpPr>
            <a:spLocks noGrp="1"/>
          </p:cNvSpPr>
          <p:nvPr>
            <p:ph idx="1"/>
          </p:nvPr>
        </p:nvSpPr>
        <p:spPr/>
        <p:txBody>
          <a:bodyPr>
            <a:noAutofit/>
          </a:bodyPr>
          <a:lstStyle/>
          <a:p>
            <a:r>
              <a:rPr lang="en-IN" sz="1800" dirty="0">
                <a:solidFill>
                  <a:srgbClr val="FF0000"/>
                </a:solidFill>
                <a:hlinkClick r:id="rId2"/>
              </a:rPr>
              <a:t>https://en.wikipedia.org/wiki/Cyberattack#Types_of_attack</a:t>
            </a:r>
            <a:endParaRPr lang="en-IN" sz="1800" dirty="0">
              <a:solidFill>
                <a:srgbClr val="FF0000"/>
              </a:solidFill>
            </a:endParaRPr>
          </a:p>
          <a:p>
            <a:r>
              <a:rPr lang="en-IN" sz="1800" dirty="0">
                <a:solidFill>
                  <a:srgbClr val="FF0000"/>
                </a:solidFill>
                <a:hlinkClick r:id="rId3"/>
              </a:rPr>
              <a:t>https://www.netreo.com/blog/traffic-analysis-attack/</a:t>
            </a:r>
            <a:endParaRPr lang="en-IN" sz="1800" dirty="0">
              <a:solidFill>
                <a:srgbClr val="FF0000"/>
              </a:solidFill>
            </a:endParaRPr>
          </a:p>
          <a:p>
            <a:r>
              <a:rPr lang="en-IN" sz="1800" dirty="0">
                <a:solidFill>
                  <a:srgbClr val="FF0000"/>
                </a:solidFill>
                <a:hlinkClick r:id="rId4"/>
              </a:rPr>
              <a:t>https://www.ijcaonline.org/archives/volume159/number7/santhi-2017-ijca-912972.pdf</a:t>
            </a:r>
            <a:endParaRPr lang="en-IN" sz="1800" dirty="0">
              <a:solidFill>
                <a:srgbClr val="FF0000"/>
              </a:solidFill>
            </a:endParaRPr>
          </a:p>
          <a:p>
            <a:r>
              <a:rPr lang="en-IN" sz="1800" dirty="0">
                <a:solidFill>
                  <a:srgbClr val="FF0000"/>
                </a:solidFill>
                <a:hlinkClick r:id="rId5"/>
              </a:rPr>
              <a:t>https://www.sciencedirect.com/science/article/pii/S2666285X2100073X</a:t>
            </a:r>
            <a:endParaRPr lang="en-IN" sz="1800" dirty="0">
              <a:solidFill>
                <a:srgbClr val="FF0000"/>
              </a:solidFill>
            </a:endParaRPr>
          </a:p>
          <a:p>
            <a:pPr marL="0" indent="0">
              <a:buNone/>
            </a:pPr>
            <a:r>
              <a:rPr lang="en-IN" sz="1800" dirty="0">
                <a:solidFill>
                  <a:srgbClr val="FF0000"/>
                </a:solidFill>
                <a:hlinkClick r:id="rId6"/>
              </a:rPr>
              <a:t>https://api.semanticscholar.org/CorpusID:94791427</a:t>
            </a:r>
            <a:endParaRPr lang="en-IN" sz="1800" dirty="0">
              <a:solidFill>
                <a:srgbClr val="FF0000"/>
              </a:solidFill>
            </a:endParaRPr>
          </a:p>
          <a:p>
            <a:r>
              <a:rPr lang="en-IN" sz="1800" dirty="0">
                <a:solidFill>
                  <a:srgbClr val="FF0000"/>
                </a:solidFill>
              </a:rPr>
              <a:t>DOI:10.1109/MITP.2018.2876988Corpus ID: 94791427</a:t>
            </a:r>
          </a:p>
          <a:p>
            <a:r>
              <a:rPr lang="en-IN" sz="1800" dirty="0">
                <a:solidFill>
                  <a:srgbClr val="FF0000"/>
                </a:solidFill>
              </a:rPr>
              <a:t>Traffic Analysis Attack for Identifying Users’ Online Activities</a:t>
            </a:r>
          </a:p>
          <a:p>
            <a:r>
              <a:rPr lang="en-IN" sz="1800" dirty="0">
                <a:solidFill>
                  <a:srgbClr val="FF0000"/>
                </a:solidFill>
              </a:rPr>
              <a:t>F. </a:t>
            </a:r>
            <a:r>
              <a:rPr lang="en-IN" sz="1800" dirty="0" err="1">
                <a:solidFill>
                  <a:srgbClr val="FF0000"/>
                </a:solidFill>
              </a:rPr>
              <a:t>Kausar</a:t>
            </a:r>
            <a:r>
              <a:rPr lang="en-IN" sz="1800" dirty="0">
                <a:solidFill>
                  <a:srgbClr val="FF0000"/>
                </a:solidFill>
              </a:rPr>
              <a:t>, Sarah </a:t>
            </a:r>
            <a:r>
              <a:rPr lang="en-IN" sz="1800" dirty="0" err="1">
                <a:solidFill>
                  <a:srgbClr val="FF0000"/>
                </a:solidFill>
              </a:rPr>
              <a:t>Aljumah</a:t>
            </a:r>
            <a:r>
              <a:rPr lang="en-IN" sz="1800" dirty="0">
                <a:solidFill>
                  <a:srgbClr val="FF0000"/>
                </a:solidFill>
              </a:rPr>
              <a:t>, </a:t>
            </a:r>
            <a:r>
              <a:rPr lang="en-IN" sz="1800" dirty="0" err="1">
                <a:solidFill>
                  <a:srgbClr val="FF0000"/>
                </a:solidFill>
              </a:rPr>
              <a:t>Shorouq</a:t>
            </a:r>
            <a:r>
              <a:rPr lang="en-IN" sz="1800" dirty="0">
                <a:solidFill>
                  <a:srgbClr val="FF0000"/>
                </a:solidFill>
              </a:rPr>
              <a:t> </a:t>
            </a:r>
            <a:r>
              <a:rPr lang="en-IN" sz="1800" dirty="0" err="1">
                <a:solidFill>
                  <a:srgbClr val="FF0000"/>
                </a:solidFill>
              </a:rPr>
              <a:t>Alzaydi</a:t>
            </a:r>
            <a:r>
              <a:rPr lang="en-IN" sz="1800" dirty="0">
                <a:solidFill>
                  <a:srgbClr val="FF0000"/>
                </a:solidFill>
              </a:rPr>
              <a:t>, Raghad </a:t>
            </a:r>
            <a:r>
              <a:rPr lang="en-IN" sz="1800" dirty="0" err="1">
                <a:solidFill>
                  <a:srgbClr val="FF0000"/>
                </a:solidFill>
              </a:rPr>
              <a:t>Alroba</a:t>
            </a:r>
            <a:r>
              <a:rPr lang="en-IN" sz="1800" dirty="0">
                <a:solidFill>
                  <a:srgbClr val="FF0000"/>
                </a:solidFill>
              </a:rPr>
              <a:t> less</a:t>
            </a:r>
          </a:p>
          <a:p>
            <a:r>
              <a:rPr lang="en-IN" sz="1800" dirty="0">
                <a:solidFill>
                  <a:srgbClr val="FF0000"/>
                </a:solidFill>
              </a:rPr>
              <a:t>Published 1 March 2019</a:t>
            </a:r>
          </a:p>
          <a:p>
            <a:endParaRPr lang="en-IN" sz="1800" dirty="0">
              <a:solidFill>
                <a:srgbClr val="FF0000"/>
              </a:solidFill>
            </a:endParaRPr>
          </a:p>
        </p:txBody>
      </p:sp>
    </p:spTree>
    <p:extLst>
      <p:ext uri="{BB962C8B-B14F-4D97-AF65-F5344CB8AC3E}">
        <p14:creationId xmlns:p14="http://schemas.microsoft.com/office/powerpoint/2010/main" val="27418804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850FCE2-21FD-9338-DC94-C5D65F05E2DB}"/>
              </a:ext>
            </a:extLst>
          </p:cNvPr>
          <p:cNvSpPr>
            <a:spLocks noGrp="1"/>
          </p:cNvSpPr>
          <p:nvPr>
            <p:ph type="title"/>
          </p:nvPr>
        </p:nvSpPr>
        <p:spPr/>
        <p:txBody>
          <a:bodyPr/>
          <a:lstStyle/>
          <a:p>
            <a:pPr algn="ctr"/>
            <a:r>
              <a:rPr lang="en-IN" dirty="0"/>
              <a:t>Thank You </a:t>
            </a:r>
            <a:r>
              <a:rPr lang="en-IN" dirty="0">
                <a:sym typeface="Wingdings" panose="05000000000000000000" pitchFamily="2" charset="2"/>
              </a:rPr>
              <a:t></a:t>
            </a:r>
            <a:endParaRPr lang="en-IN" dirty="0"/>
          </a:p>
        </p:txBody>
      </p:sp>
    </p:spTree>
    <p:extLst>
      <p:ext uri="{BB962C8B-B14F-4D97-AF65-F5344CB8AC3E}">
        <p14:creationId xmlns:p14="http://schemas.microsoft.com/office/powerpoint/2010/main" val="3765957091"/>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767</TotalTime>
  <Words>2810</Words>
  <Application>Microsoft Office PowerPoint</Application>
  <PresentationFormat>Widescreen</PresentationFormat>
  <Paragraphs>216</Paragraphs>
  <Slides>35</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35</vt:i4>
      </vt:variant>
    </vt:vector>
  </HeadingPairs>
  <TitlesOfParts>
    <vt:vector size="49" baseType="lpstr">
      <vt:lpstr>-apple-system</vt:lpstr>
      <vt:lpstr>arial</vt:lpstr>
      <vt:lpstr>arial</vt:lpstr>
      <vt:lpstr>Calibri</vt:lpstr>
      <vt:lpstr>Calibri Light</vt:lpstr>
      <vt:lpstr>Fira Sans</vt:lpstr>
      <vt:lpstr>Inter</vt:lpstr>
      <vt:lpstr>Lato</vt:lpstr>
      <vt:lpstr>NexusSerif</vt:lpstr>
      <vt:lpstr>Roboto</vt:lpstr>
      <vt:lpstr>source sans pro</vt:lpstr>
      <vt:lpstr>source sans pro</vt:lpstr>
      <vt:lpstr>urw-din</vt:lpstr>
      <vt:lpstr>Retrospect</vt:lpstr>
      <vt:lpstr>Subject Code -PIS 105  Secure Coding </vt:lpstr>
      <vt:lpstr>Contents</vt:lpstr>
      <vt:lpstr>What is a Security Attack ?</vt:lpstr>
      <vt:lpstr>Categorization of Attacks </vt:lpstr>
      <vt:lpstr>Categorization of Attacks …</vt:lpstr>
      <vt:lpstr>Active Vs Passive Attacks</vt:lpstr>
      <vt:lpstr>PowerPoint Presentation</vt:lpstr>
      <vt:lpstr>Passive Attacks</vt:lpstr>
      <vt:lpstr>Types of Passive Attacks</vt:lpstr>
      <vt:lpstr>1. Eavesdropping:</vt:lpstr>
      <vt:lpstr>2. Traffic Analysis</vt:lpstr>
      <vt:lpstr>2. Traffic Analysis …..</vt:lpstr>
      <vt:lpstr>3. Camouflage Adversaries</vt:lpstr>
      <vt:lpstr>Active Attacks</vt:lpstr>
      <vt:lpstr>Active Attacks….</vt:lpstr>
      <vt:lpstr>Denial of Service </vt:lpstr>
      <vt:lpstr>Distributed DoS Attack</vt:lpstr>
      <vt:lpstr>Significant DoS attacks </vt:lpstr>
      <vt:lpstr>1.SYN Flooding </vt:lpstr>
      <vt:lpstr>1.SYN Flooding Working</vt:lpstr>
      <vt:lpstr>1.SYN Flooding Example </vt:lpstr>
      <vt:lpstr>2.Ping of death attack </vt:lpstr>
      <vt:lpstr>2.Ping of death attack -working</vt:lpstr>
      <vt:lpstr>2.Ping of death attack – Example</vt:lpstr>
      <vt:lpstr>3.Ping Flooding</vt:lpstr>
      <vt:lpstr>4.Amplification Attacks</vt:lpstr>
      <vt:lpstr>4.Smurf Attack (Amplification Attack)</vt:lpstr>
      <vt:lpstr>4.Smurf Attack Working </vt:lpstr>
      <vt:lpstr>Sloworis</vt:lpstr>
      <vt:lpstr>Sloworis Attack</vt:lpstr>
      <vt:lpstr>More about Attacks</vt:lpstr>
      <vt:lpstr>More about Attacks</vt:lpstr>
      <vt:lpstr>Points to summarize</vt:lpstr>
      <vt:lpstr>References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Aashima Madaan</dc:creator>
  <cp:lastModifiedBy>Aashima Madaan</cp:lastModifiedBy>
  <cp:revision>119</cp:revision>
  <dcterms:created xsi:type="dcterms:W3CDTF">2023-02-01T04:32:57Z</dcterms:created>
  <dcterms:modified xsi:type="dcterms:W3CDTF">2023-10-21T05:30:29Z</dcterms:modified>
</cp:coreProperties>
</file>